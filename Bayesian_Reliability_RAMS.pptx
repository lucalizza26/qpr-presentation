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8" r:id="rId5"/>
    <p:sldMasterId id="2147483950" r:id="rId6"/>
    <p:sldMasterId id="2147483957" r:id="rId7"/>
    <p:sldMasterId id="2147483970" r:id="rId8"/>
  </p:sldMasterIdLst>
  <p:notesMasterIdLst>
    <p:notesMasterId r:id="rId23"/>
  </p:notesMasterIdLst>
  <p:handoutMasterIdLst>
    <p:handoutMasterId r:id="rId24"/>
  </p:handoutMasterIdLst>
  <p:sldIdLst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</p:sldIdLst>
  <p:sldSz cx="12225338" cy="6858000"/>
  <p:notesSz cx="7023100" cy="93091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61063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12212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83190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24425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3053182" algn="l" defTabSz="1221273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3663818" algn="l" defTabSz="1221273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4274454" algn="l" defTabSz="1221273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4885091" algn="l" defTabSz="1221273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/>
  <p:clrMru>
    <a:srgbClr val="003249"/>
    <a:srgbClr val="053249"/>
    <a:srgbClr val="006196"/>
    <a:srgbClr val="8197A6"/>
    <a:srgbClr val="FEFFFF"/>
    <a:srgbClr val="F1666A"/>
    <a:srgbClr val="D9D9D9"/>
    <a:srgbClr val="335E6F"/>
    <a:srgbClr val="6DCFF6"/>
    <a:srgbClr val="FFCC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01" autoAdjust="0"/>
    <p:restoredTop sz="94035" autoAdjust="0"/>
  </p:normalViewPr>
  <p:slideViewPr>
    <p:cSldViewPr snapToGrid="0">
      <p:cViewPr varScale="1">
        <p:scale>
          <a:sx n="82" d="100"/>
          <a:sy n="82" d="100"/>
        </p:scale>
        <p:origin x="461" y="96"/>
      </p:cViewPr>
      <p:guideLst>
        <p:guide orient="horz" pos="2160"/>
        <p:guide pos="38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874" y="78"/>
      </p:cViewPr>
      <p:guideLst>
        <p:guide orient="horz" pos="2932"/>
        <p:guide pos="22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 Cauli" userId="4bf8de4c-d2f0-4e49-8d15-5ceb4c9a42b8" providerId="ADAL" clId="{E86CBC17-3AB9-4E3E-8082-21BAE8ADB322}"/>
    <pc:docChg chg="undo redo custSel addSld delSld modSld sldOrd">
      <pc:chgData name="Carlo Cauli" userId="4bf8de4c-d2f0-4e49-8d15-5ceb4c9a42b8" providerId="ADAL" clId="{E86CBC17-3AB9-4E3E-8082-21BAE8ADB322}" dt="2026-04-10T17:55:12.554" v="19907" actId="47"/>
      <pc:docMkLst>
        <pc:docMk/>
      </pc:docMkLst>
      <pc:sldChg chg="del">
        <pc:chgData name="Carlo Cauli" userId="4bf8de4c-d2f0-4e49-8d15-5ceb4c9a42b8" providerId="ADAL" clId="{E86CBC17-3AB9-4E3E-8082-21BAE8ADB322}" dt="2026-04-10T07:52:19.056" v="4962" actId="47"/>
        <pc:sldMkLst>
          <pc:docMk/>
          <pc:sldMk cId="0" sldId="256"/>
        </pc:sldMkLst>
      </pc:sldChg>
      <pc:sldChg chg="addSp delSp modSp del mod">
        <pc:chgData name="Carlo Cauli" userId="4bf8de4c-d2f0-4e49-8d15-5ceb4c9a42b8" providerId="ADAL" clId="{E86CBC17-3AB9-4E3E-8082-21BAE8ADB322}" dt="2026-04-10T12:45:09.661" v="13703" actId="2696"/>
        <pc:sldMkLst>
          <pc:docMk/>
          <pc:sldMk cId="2260521874" sldId="261"/>
        </pc:sldMkLst>
        <pc:spChg chg="del mod">
          <ac:chgData name="Carlo Cauli" userId="4bf8de4c-d2f0-4e49-8d15-5ceb4c9a42b8" providerId="ADAL" clId="{E86CBC17-3AB9-4E3E-8082-21BAE8ADB322}" dt="2026-04-10T12:44:59.848" v="13699" actId="478"/>
          <ac:spMkLst>
            <pc:docMk/>
            <pc:sldMk cId="2260521874" sldId="261"/>
            <ac:spMk id="2" creationId="{2FE73B11-D575-47BC-8F5A-9AEF8DDD6D95}"/>
          </ac:spMkLst>
        </pc:spChg>
        <pc:spChg chg="del">
          <ac:chgData name="Carlo Cauli" userId="4bf8de4c-d2f0-4e49-8d15-5ceb4c9a42b8" providerId="ADAL" clId="{E86CBC17-3AB9-4E3E-8082-21BAE8ADB322}" dt="2026-04-10T12:45:04.578" v="13701" actId="21"/>
          <ac:spMkLst>
            <pc:docMk/>
            <pc:sldMk cId="2260521874" sldId="261"/>
            <ac:spMk id="3" creationId="{6E66881F-E1F6-48CB-83D5-9820D99D1831}"/>
          </ac:spMkLst>
        </pc:spChg>
        <pc:spChg chg="add del mod">
          <ac:chgData name="Carlo Cauli" userId="4bf8de4c-d2f0-4e49-8d15-5ceb4c9a42b8" providerId="ADAL" clId="{E86CBC17-3AB9-4E3E-8082-21BAE8ADB322}" dt="2026-04-10T12:45:01.256" v="13700" actId="478"/>
          <ac:spMkLst>
            <pc:docMk/>
            <pc:sldMk cId="2260521874" sldId="261"/>
            <ac:spMk id="5" creationId="{6DE2CAE1-83D7-C244-1FF7-8CE7623350B5}"/>
          </ac:spMkLst>
        </pc:spChg>
        <pc:spChg chg="add del mod">
          <ac:chgData name="Carlo Cauli" userId="4bf8de4c-d2f0-4e49-8d15-5ceb4c9a42b8" providerId="ADAL" clId="{E86CBC17-3AB9-4E3E-8082-21BAE8ADB322}" dt="2026-04-10T12:45:06.736" v="13702" actId="478"/>
          <ac:spMkLst>
            <pc:docMk/>
            <pc:sldMk cId="2260521874" sldId="261"/>
            <ac:spMk id="6" creationId="{07452D52-4044-7888-26E4-3EFAB45E50DA}"/>
          </ac:spMkLst>
        </pc:spChg>
      </pc:sldChg>
      <pc:sldChg chg="addSp delSp modSp del mod">
        <pc:chgData name="Carlo Cauli" userId="4bf8de4c-d2f0-4e49-8d15-5ceb4c9a42b8" providerId="ADAL" clId="{E86CBC17-3AB9-4E3E-8082-21BAE8ADB322}" dt="2026-04-10T17:24:49.655" v="18848" actId="2696"/>
        <pc:sldMkLst>
          <pc:docMk/>
          <pc:sldMk cId="149546811" sldId="262"/>
        </pc:sldMkLst>
        <pc:spChg chg="del">
          <ac:chgData name="Carlo Cauli" userId="4bf8de4c-d2f0-4e49-8d15-5ceb4c9a42b8" providerId="ADAL" clId="{E86CBC17-3AB9-4E3E-8082-21BAE8ADB322}" dt="2026-04-10T15:24:41.415" v="18365" actId="478"/>
          <ac:spMkLst>
            <pc:docMk/>
            <pc:sldMk cId="149546811" sldId="262"/>
            <ac:spMk id="2" creationId="{4CE6E176-CEB2-6FB8-938F-CD8944F463B7}"/>
          </ac:spMkLst>
        </pc:spChg>
        <pc:spChg chg="mod">
          <ac:chgData name="Carlo Cauli" userId="4bf8de4c-d2f0-4e49-8d15-5ceb4c9a42b8" providerId="ADAL" clId="{E86CBC17-3AB9-4E3E-8082-21BAE8ADB322}" dt="2026-04-10T17:22:39.027" v="18621" actId="21"/>
          <ac:spMkLst>
            <pc:docMk/>
            <pc:sldMk cId="149546811" sldId="262"/>
            <ac:spMk id="3" creationId="{1F1D1980-3BAC-6AC8-CBAC-D95141D8D465}"/>
          </ac:spMkLst>
        </pc:spChg>
        <pc:spChg chg="del mod">
          <ac:chgData name="Carlo Cauli" userId="4bf8de4c-d2f0-4e49-8d15-5ceb4c9a42b8" providerId="ADAL" clId="{E86CBC17-3AB9-4E3E-8082-21BAE8ADB322}" dt="2026-04-10T17:22:30.343" v="18619" actId="478"/>
          <ac:spMkLst>
            <pc:docMk/>
            <pc:sldMk cId="149546811" sldId="262"/>
            <ac:spMk id="6" creationId="{305C9731-5DB0-0524-A6BE-B22382DEF9E4}"/>
          </ac:spMkLst>
        </pc:spChg>
        <pc:spChg chg="add del mod">
          <ac:chgData name="Carlo Cauli" userId="4bf8de4c-d2f0-4e49-8d15-5ceb4c9a42b8" providerId="ADAL" clId="{E86CBC17-3AB9-4E3E-8082-21BAE8ADB322}" dt="2026-04-10T15:24:43.742" v="18366" actId="478"/>
          <ac:spMkLst>
            <pc:docMk/>
            <pc:sldMk cId="149546811" sldId="262"/>
            <ac:spMk id="8" creationId="{BCC29BE2-8BE7-A55B-12ED-725D0046D622}"/>
          </ac:spMkLst>
        </pc:spChg>
      </pc:sldChg>
      <pc:sldChg chg="addSp delSp modSp del mod">
        <pc:chgData name="Carlo Cauli" userId="4bf8de4c-d2f0-4e49-8d15-5ceb4c9a42b8" providerId="ADAL" clId="{E86CBC17-3AB9-4E3E-8082-21BAE8ADB322}" dt="2026-04-10T17:28:36.847" v="19040" actId="2696"/>
        <pc:sldMkLst>
          <pc:docMk/>
          <pc:sldMk cId="2423468745" sldId="263"/>
        </pc:sldMkLst>
        <pc:spChg chg="del">
          <ac:chgData name="Carlo Cauli" userId="4bf8de4c-d2f0-4e49-8d15-5ceb4c9a42b8" providerId="ADAL" clId="{E86CBC17-3AB9-4E3E-8082-21BAE8ADB322}" dt="2026-04-10T17:28:15.352" v="19037" actId="478"/>
          <ac:spMkLst>
            <pc:docMk/>
            <pc:sldMk cId="2423468745" sldId="263"/>
            <ac:spMk id="2" creationId="{DE1DEBEA-37E2-479C-ED55-7D578757E8E5}"/>
          </ac:spMkLst>
        </pc:spChg>
        <pc:spChg chg="mod">
          <ac:chgData name="Carlo Cauli" userId="4bf8de4c-d2f0-4e49-8d15-5ceb4c9a42b8" providerId="ADAL" clId="{E86CBC17-3AB9-4E3E-8082-21BAE8ADB322}" dt="2026-04-10T17:28:25.990" v="19038" actId="20577"/>
          <ac:spMkLst>
            <pc:docMk/>
            <pc:sldMk cId="2423468745" sldId="263"/>
            <ac:spMk id="3" creationId="{F97FE2E7-6C2D-5A7D-3846-65BCB4464B71}"/>
          </ac:spMkLst>
        </pc:spChg>
        <pc:spChg chg="add mod">
          <ac:chgData name="Carlo Cauli" userId="4bf8de4c-d2f0-4e49-8d15-5ceb4c9a42b8" providerId="ADAL" clId="{E86CBC17-3AB9-4E3E-8082-21BAE8ADB322}" dt="2026-04-10T17:28:15.352" v="19037" actId="478"/>
          <ac:spMkLst>
            <pc:docMk/>
            <pc:sldMk cId="2423468745" sldId="263"/>
            <ac:spMk id="5" creationId="{2758ADC6-327A-BAF4-BCA6-A714303D948D}"/>
          </ac:spMkLst>
        </pc:spChg>
        <pc:spChg chg="del">
          <ac:chgData name="Carlo Cauli" userId="4bf8de4c-d2f0-4e49-8d15-5ceb4c9a42b8" providerId="ADAL" clId="{E86CBC17-3AB9-4E3E-8082-21BAE8ADB322}" dt="2026-04-10T17:28:33.781" v="19039" actId="478"/>
          <ac:spMkLst>
            <pc:docMk/>
            <pc:sldMk cId="2423468745" sldId="263"/>
            <ac:spMk id="6" creationId="{B1DF9695-F9D3-F3D7-33B9-951880E86BBC}"/>
          </ac:spMkLst>
        </pc:spChg>
        <pc:spChg chg="del">
          <ac:chgData name="Carlo Cauli" userId="4bf8de4c-d2f0-4e49-8d15-5ceb4c9a42b8" providerId="ADAL" clId="{E86CBC17-3AB9-4E3E-8082-21BAE8ADB322}" dt="2026-04-10T17:28:33.781" v="19039" actId="478"/>
          <ac:spMkLst>
            <pc:docMk/>
            <pc:sldMk cId="2423468745" sldId="263"/>
            <ac:spMk id="7" creationId="{16CEB303-1C7A-59CD-A8BA-61C567836942}"/>
          </ac:spMkLst>
        </pc:spChg>
        <pc:spChg chg="del">
          <ac:chgData name="Carlo Cauli" userId="4bf8de4c-d2f0-4e49-8d15-5ceb4c9a42b8" providerId="ADAL" clId="{E86CBC17-3AB9-4E3E-8082-21BAE8ADB322}" dt="2026-04-10T17:28:33.781" v="19039" actId="478"/>
          <ac:spMkLst>
            <pc:docMk/>
            <pc:sldMk cId="2423468745" sldId="263"/>
            <ac:spMk id="8" creationId="{DFE57465-D372-FCC1-FC2E-F92CDF0CD22C}"/>
          </ac:spMkLst>
        </pc:spChg>
        <pc:spChg chg="del">
          <ac:chgData name="Carlo Cauli" userId="4bf8de4c-d2f0-4e49-8d15-5ceb4c9a42b8" providerId="ADAL" clId="{E86CBC17-3AB9-4E3E-8082-21BAE8ADB322}" dt="2026-04-10T17:28:33.781" v="19039" actId="478"/>
          <ac:spMkLst>
            <pc:docMk/>
            <pc:sldMk cId="2423468745" sldId="263"/>
            <ac:spMk id="9" creationId="{288ADEBE-37B2-514F-1240-9D63FE5B8EA9}"/>
          </ac:spMkLst>
        </pc:spChg>
        <pc:spChg chg="del">
          <ac:chgData name="Carlo Cauli" userId="4bf8de4c-d2f0-4e49-8d15-5ceb4c9a42b8" providerId="ADAL" clId="{E86CBC17-3AB9-4E3E-8082-21BAE8ADB322}" dt="2026-04-10T17:28:33.781" v="19039" actId="478"/>
          <ac:spMkLst>
            <pc:docMk/>
            <pc:sldMk cId="2423468745" sldId="263"/>
            <ac:spMk id="10" creationId="{BEA5DA94-2109-927C-3E38-0ECBB1395178}"/>
          </ac:spMkLst>
        </pc:spChg>
        <pc:spChg chg="del">
          <ac:chgData name="Carlo Cauli" userId="4bf8de4c-d2f0-4e49-8d15-5ceb4c9a42b8" providerId="ADAL" clId="{E86CBC17-3AB9-4E3E-8082-21BAE8ADB322}" dt="2026-04-10T17:28:33.781" v="19039" actId="478"/>
          <ac:spMkLst>
            <pc:docMk/>
            <pc:sldMk cId="2423468745" sldId="263"/>
            <ac:spMk id="11" creationId="{07A5BA9B-570B-2EF4-C0DA-FB18728055B0}"/>
          </ac:spMkLst>
        </pc:spChg>
        <pc:spChg chg="del">
          <ac:chgData name="Carlo Cauli" userId="4bf8de4c-d2f0-4e49-8d15-5ceb4c9a42b8" providerId="ADAL" clId="{E86CBC17-3AB9-4E3E-8082-21BAE8ADB322}" dt="2026-04-10T17:28:33.781" v="19039" actId="478"/>
          <ac:spMkLst>
            <pc:docMk/>
            <pc:sldMk cId="2423468745" sldId="263"/>
            <ac:spMk id="12" creationId="{70821D3C-7E1D-6821-DE31-ACFEF50E49A9}"/>
          </ac:spMkLst>
        </pc:spChg>
        <pc:cxnChg chg="del mod">
          <ac:chgData name="Carlo Cauli" userId="4bf8de4c-d2f0-4e49-8d15-5ceb4c9a42b8" providerId="ADAL" clId="{E86CBC17-3AB9-4E3E-8082-21BAE8ADB322}" dt="2026-04-10T17:28:33.781" v="19039" actId="478"/>
          <ac:cxnSpMkLst>
            <pc:docMk/>
            <pc:sldMk cId="2423468745" sldId="263"/>
            <ac:cxnSpMk id="14" creationId="{E4FE339C-A1C4-8146-5F37-7632C6773334}"/>
          </ac:cxnSpMkLst>
        </pc:cxnChg>
        <pc:cxnChg chg="del mod">
          <ac:chgData name="Carlo Cauli" userId="4bf8de4c-d2f0-4e49-8d15-5ceb4c9a42b8" providerId="ADAL" clId="{E86CBC17-3AB9-4E3E-8082-21BAE8ADB322}" dt="2026-04-10T17:28:33.781" v="19039" actId="478"/>
          <ac:cxnSpMkLst>
            <pc:docMk/>
            <pc:sldMk cId="2423468745" sldId="263"/>
            <ac:cxnSpMk id="16" creationId="{35B9C077-F9D1-7522-D946-7633CAB5DE33}"/>
          </ac:cxnSpMkLst>
        </pc:cxnChg>
        <pc:cxnChg chg="del mod">
          <ac:chgData name="Carlo Cauli" userId="4bf8de4c-d2f0-4e49-8d15-5ceb4c9a42b8" providerId="ADAL" clId="{E86CBC17-3AB9-4E3E-8082-21BAE8ADB322}" dt="2026-04-10T17:28:33.781" v="19039" actId="478"/>
          <ac:cxnSpMkLst>
            <pc:docMk/>
            <pc:sldMk cId="2423468745" sldId="263"/>
            <ac:cxnSpMk id="18" creationId="{C002788D-2CAA-D155-B1F0-72FD0F851216}"/>
          </ac:cxnSpMkLst>
        </pc:cxnChg>
      </pc:sldChg>
      <pc:sldChg chg="del">
        <pc:chgData name="Carlo Cauli" userId="4bf8de4c-d2f0-4e49-8d15-5ceb4c9a42b8" providerId="ADAL" clId="{E86CBC17-3AB9-4E3E-8082-21BAE8ADB322}" dt="2026-04-10T17:29:23.201" v="19060" actId="2696"/>
        <pc:sldMkLst>
          <pc:docMk/>
          <pc:sldMk cId="3907832193" sldId="264"/>
        </pc:sldMkLst>
      </pc:sldChg>
      <pc:sldChg chg="addSp delSp modSp del">
        <pc:chgData name="Carlo Cauli" userId="4bf8de4c-d2f0-4e49-8d15-5ceb4c9a42b8" providerId="ADAL" clId="{E86CBC17-3AB9-4E3E-8082-21BAE8ADB322}" dt="2026-04-10T17:29:41.733" v="19062" actId="2696"/>
        <pc:sldMkLst>
          <pc:docMk/>
          <pc:sldMk cId="1479607262" sldId="265"/>
        </pc:sldMkLst>
        <pc:spChg chg="del">
          <ac:chgData name="Carlo Cauli" userId="4bf8de4c-d2f0-4e49-8d15-5ceb4c9a42b8" providerId="ADAL" clId="{E86CBC17-3AB9-4E3E-8082-21BAE8ADB322}" dt="2026-04-10T17:29:38.109" v="19061" actId="21"/>
          <ac:spMkLst>
            <pc:docMk/>
            <pc:sldMk cId="1479607262" sldId="265"/>
            <ac:spMk id="3" creationId="{4BC64734-5F55-A7C6-56C1-44C5FBF0086F}"/>
          </ac:spMkLst>
        </pc:spChg>
        <pc:spChg chg="add mod">
          <ac:chgData name="Carlo Cauli" userId="4bf8de4c-d2f0-4e49-8d15-5ceb4c9a42b8" providerId="ADAL" clId="{E86CBC17-3AB9-4E3E-8082-21BAE8ADB322}" dt="2026-04-10T17:29:38.109" v="19061" actId="21"/>
          <ac:spMkLst>
            <pc:docMk/>
            <pc:sldMk cId="1479607262" sldId="265"/>
            <ac:spMk id="4" creationId="{12971D8F-9351-8888-B11C-0CAD0CEE6E58}"/>
          </ac:spMkLst>
        </pc:spChg>
      </pc:sldChg>
      <pc:sldChg chg="modSp del mod">
        <pc:chgData name="Carlo Cauli" userId="4bf8de4c-d2f0-4e49-8d15-5ceb4c9a42b8" providerId="ADAL" clId="{E86CBC17-3AB9-4E3E-8082-21BAE8ADB322}" dt="2026-04-10T17:40:03.594" v="19645" actId="2696"/>
        <pc:sldMkLst>
          <pc:docMk/>
          <pc:sldMk cId="773858856" sldId="266"/>
        </pc:sldMkLst>
        <pc:spChg chg="mod">
          <ac:chgData name="Carlo Cauli" userId="4bf8de4c-d2f0-4e49-8d15-5ceb4c9a42b8" providerId="ADAL" clId="{E86CBC17-3AB9-4E3E-8082-21BAE8ADB322}" dt="2026-04-10T17:39:59.776" v="19644" actId="21"/>
          <ac:spMkLst>
            <pc:docMk/>
            <pc:sldMk cId="773858856" sldId="266"/>
            <ac:spMk id="3" creationId="{DA3AE397-2059-3FFE-4386-90FCEC7415CF}"/>
          </ac:spMkLst>
        </pc:spChg>
      </pc:sldChg>
      <pc:sldChg chg="modSp del mod">
        <pc:chgData name="Carlo Cauli" userId="4bf8de4c-d2f0-4e49-8d15-5ceb4c9a42b8" providerId="ADAL" clId="{E86CBC17-3AB9-4E3E-8082-21BAE8ADB322}" dt="2026-04-10T17:45:07.537" v="19725" actId="2696"/>
        <pc:sldMkLst>
          <pc:docMk/>
          <pc:sldMk cId="1515073718" sldId="267"/>
        </pc:sldMkLst>
        <pc:spChg chg="mod">
          <ac:chgData name="Carlo Cauli" userId="4bf8de4c-d2f0-4e49-8d15-5ceb4c9a42b8" providerId="ADAL" clId="{E86CBC17-3AB9-4E3E-8082-21BAE8ADB322}" dt="2026-04-10T17:44:52.307" v="19724" actId="20577"/>
          <ac:spMkLst>
            <pc:docMk/>
            <pc:sldMk cId="1515073718" sldId="267"/>
            <ac:spMk id="3" creationId="{CF20D1F4-9A29-04A0-8677-E8B8BD1CE3B3}"/>
          </ac:spMkLst>
        </pc:spChg>
      </pc:sldChg>
      <pc:sldChg chg="addSp delSp modSp del mod">
        <pc:chgData name="Carlo Cauli" userId="4bf8de4c-d2f0-4e49-8d15-5ceb4c9a42b8" providerId="ADAL" clId="{E86CBC17-3AB9-4E3E-8082-21BAE8ADB322}" dt="2026-04-10T17:55:12.554" v="19907" actId="47"/>
        <pc:sldMkLst>
          <pc:docMk/>
          <pc:sldMk cId="948871968" sldId="268"/>
        </pc:sldMkLst>
        <pc:spChg chg="del">
          <ac:chgData name="Carlo Cauli" userId="4bf8de4c-d2f0-4e49-8d15-5ceb4c9a42b8" providerId="ADAL" clId="{E86CBC17-3AB9-4E3E-8082-21BAE8ADB322}" dt="2026-04-10T17:48:14.292" v="19763" actId="478"/>
          <ac:spMkLst>
            <pc:docMk/>
            <pc:sldMk cId="948871968" sldId="268"/>
            <ac:spMk id="2" creationId="{8BD02061-222C-A496-34BD-A5737C9A0413}"/>
          </ac:spMkLst>
        </pc:spChg>
        <pc:spChg chg="mod">
          <ac:chgData name="Carlo Cauli" userId="4bf8de4c-d2f0-4e49-8d15-5ceb4c9a42b8" providerId="ADAL" clId="{E86CBC17-3AB9-4E3E-8082-21BAE8ADB322}" dt="2026-04-10T17:53:07.113" v="19859" actId="20577"/>
          <ac:spMkLst>
            <pc:docMk/>
            <pc:sldMk cId="948871968" sldId="268"/>
            <ac:spMk id="3" creationId="{40F50094-CD5B-676D-317E-69EB8D1418EB}"/>
          </ac:spMkLst>
        </pc:spChg>
        <pc:spChg chg="add del mod">
          <ac:chgData name="Carlo Cauli" userId="4bf8de4c-d2f0-4e49-8d15-5ceb4c9a42b8" providerId="ADAL" clId="{E86CBC17-3AB9-4E3E-8082-21BAE8ADB322}" dt="2026-04-10T17:48:16.617" v="19764" actId="478"/>
          <ac:spMkLst>
            <pc:docMk/>
            <pc:sldMk cId="948871968" sldId="268"/>
            <ac:spMk id="5" creationId="{37FAAD0F-712F-DBE3-E3AF-D9819E7C9FA8}"/>
          </ac:spMkLst>
        </pc:spChg>
      </pc:sldChg>
      <pc:sldChg chg="modSp del mod">
        <pc:chgData name="Carlo Cauli" userId="4bf8de4c-d2f0-4e49-8d15-5ceb4c9a42b8" providerId="ADAL" clId="{E86CBC17-3AB9-4E3E-8082-21BAE8ADB322}" dt="2026-04-10T17:37:41.225" v="19632" actId="2696"/>
        <pc:sldMkLst>
          <pc:docMk/>
          <pc:sldMk cId="113463410" sldId="270"/>
        </pc:sldMkLst>
        <pc:spChg chg="mod">
          <ac:chgData name="Carlo Cauli" userId="4bf8de4c-d2f0-4e49-8d15-5ceb4c9a42b8" providerId="ADAL" clId="{E86CBC17-3AB9-4E3E-8082-21BAE8ADB322}" dt="2026-04-10T17:37:29.809" v="19631" actId="20577"/>
          <ac:spMkLst>
            <pc:docMk/>
            <pc:sldMk cId="113463410" sldId="270"/>
            <ac:spMk id="3" creationId="{FF10AD60-C25A-E83A-ABE3-6394F12E69CD}"/>
          </ac:spMkLst>
        </pc:spChg>
      </pc:sldChg>
      <pc:sldChg chg="addSp delSp modSp del mod">
        <pc:chgData name="Carlo Cauli" userId="4bf8de4c-d2f0-4e49-8d15-5ceb4c9a42b8" providerId="ADAL" clId="{E86CBC17-3AB9-4E3E-8082-21BAE8ADB322}" dt="2026-04-10T12:34:23.570" v="13264" actId="2696"/>
        <pc:sldMkLst>
          <pc:docMk/>
          <pc:sldMk cId="2614249997" sldId="271"/>
        </pc:sldMkLst>
        <pc:spChg chg="add del">
          <ac:chgData name="Carlo Cauli" userId="4bf8de4c-d2f0-4e49-8d15-5ceb4c9a42b8" providerId="ADAL" clId="{E86CBC17-3AB9-4E3E-8082-21BAE8ADB322}" dt="2026-04-10T10:38:17.747" v="10688" actId="478"/>
          <ac:spMkLst>
            <pc:docMk/>
            <pc:sldMk cId="2614249997" sldId="271"/>
            <ac:spMk id="2" creationId="{5F756062-F593-C1A8-4581-9058E66C48B5}"/>
          </ac:spMkLst>
        </pc:spChg>
        <pc:spChg chg="mod">
          <ac:chgData name="Carlo Cauli" userId="4bf8de4c-d2f0-4e49-8d15-5ceb4c9a42b8" providerId="ADAL" clId="{E86CBC17-3AB9-4E3E-8082-21BAE8ADB322}" dt="2026-04-10T12:34:20.321" v="13263" actId="21"/>
          <ac:spMkLst>
            <pc:docMk/>
            <pc:sldMk cId="2614249997" sldId="271"/>
            <ac:spMk id="3" creationId="{E13E5DBE-4379-2B67-3A90-3E21C1FEFD50}"/>
          </ac:spMkLst>
        </pc:spChg>
        <pc:spChg chg="add del mod">
          <ac:chgData name="Carlo Cauli" userId="4bf8de4c-d2f0-4e49-8d15-5ceb4c9a42b8" providerId="ADAL" clId="{E86CBC17-3AB9-4E3E-8082-21BAE8ADB322}" dt="2026-04-10T10:33:38.430" v="10652" actId="478"/>
          <ac:spMkLst>
            <pc:docMk/>
            <pc:sldMk cId="2614249997" sldId="271"/>
            <ac:spMk id="5" creationId="{9D4FA6FC-E193-A9BF-51C2-C8FD8D261B19}"/>
          </ac:spMkLst>
        </pc:spChg>
        <pc:spChg chg="add del mod">
          <ac:chgData name="Carlo Cauli" userId="4bf8de4c-d2f0-4e49-8d15-5ceb4c9a42b8" providerId="ADAL" clId="{E86CBC17-3AB9-4E3E-8082-21BAE8ADB322}" dt="2026-04-10T10:38:23.379" v="10689" actId="478"/>
          <ac:spMkLst>
            <pc:docMk/>
            <pc:sldMk cId="2614249997" sldId="271"/>
            <ac:spMk id="7" creationId="{993D8A30-6F2E-6233-75EE-DCFFD0EBBD99}"/>
          </ac:spMkLst>
        </pc:spChg>
      </pc:sldChg>
      <pc:sldChg chg="modSp del mod">
        <pc:chgData name="Carlo Cauli" userId="4bf8de4c-d2f0-4e49-8d15-5ceb4c9a42b8" providerId="ADAL" clId="{E86CBC17-3AB9-4E3E-8082-21BAE8ADB322}" dt="2026-04-10T17:38:36.877" v="19634" actId="2696"/>
        <pc:sldMkLst>
          <pc:docMk/>
          <pc:sldMk cId="4042038918" sldId="272"/>
        </pc:sldMkLst>
        <pc:spChg chg="mod">
          <ac:chgData name="Carlo Cauli" userId="4bf8de4c-d2f0-4e49-8d15-5ceb4c9a42b8" providerId="ADAL" clId="{E86CBC17-3AB9-4E3E-8082-21BAE8ADB322}" dt="2026-04-10T17:38:23.198" v="19633" actId="20577"/>
          <ac:spMkLst>
            <pc:docMk/>
            <pc:sldMk cId="4042038918" sldId="272"/>
            <ac:spMk id="3" creationId="{A238CCDB-5455-FA13-0F24-3410F7CA1C45}"/>
          </ac:spMkLst>
        </pc:spChg>
      </pc:sldChg>
      <pc:sldChg chg="addSp delSp modSp del mod">
        <pc:chgData name="Carlo Cauli" userId="4bf8de4c-d2f0-4e49-8d15-5ceb4c9a42b8" providerId="ADAL" clId="{E86CBC17-3AB9-4E3E-8082-21BAE8ADB322}" dt="2026-04-10T13:04:20.640" v="14219" actId="2696"/>
        <pc:sldMkLst>
          <pc:docMk/>
          <pc:sldMk cId="223568796" sldId="273"/>
        </pc:sldMkLst>
        <pc:spChg chg="del">
          <ac:chgData name="Carlo Cauli" userId="4bf8de4c-d2f0-4e49-8d15-5ceb4c9a42b8" providerId="ADAL" clId="{E86CBC17-3AB9-4E3E-8082-21BAE8ADB322}" dt="2026-04-10T13:03:22.595" v="14214" actId="478"/>
          <ac:spMkLst>
            <pc:docMk/>
            <pc:sldMk cId="223568796" sldId="273"/>
            <ac:spMk id="2" creationId="{20443E2D-0AB6-F415-D432-461F75CBF08B}"/>
          </ac:spMkLst>
        </pc:spChg>
        <pc:spChg chg="mod">
          <ac:chgData name="Carlo Cauli" userId="4bf8de4c-d2f0-4e49-8d15-5ceb4c9a42b8" providerId="ADAL" clId="{E86CBC17-3AB9-4E3E-8082-21BAE8ADB322}" dt="2026-04-10T13:03:44.529" v="14218" actId="20577"/>
          <ac:spMkLst>
            <pc:docMk/>
            <pc:sldMk cId="223568796" sldId="273"/>
            <ac:spMk id="3" creationId="{D40346F1-CAA0-7A6B-5219-6B25C5FB084B}"/>
          </ac:spMkLst>
        </pc:spChg>
        <pc:spChg chg="add del mod">
          <ac:chgData name="Carlo Cauli" userId="4bf8de4c-d2f0-4e49-8d15-5ceb4c9a42b8" providerId="ADAL" clId="{E86CBC17-3AB9-4E3E-8082-21BAE8ADB322}" dt="2026-04-10T13:03:26.059" v="14215" actId="478"/>
          <ac:spMkLst>
            <pc:docMk/>
            <pc:sldMk cId="223568796" sldId="273"/>
            <ac:spMk id="5" creationId="{B7BFEEE0-7B97-6CDC-B5E0-087E67835C18}"/>
          </ac:spMkLst>
        </pc:spChg>
      </pc:sldChg>
      <pc:sldChg chg="del">
        <pc:chgData name="Carlo Cauli" userId="4bf8de4c-d2f0-4e49-8d15-5ceb4c9a42b8" providerId="ADAL" clId="{E86CBC17-3AB9-4E3E-8082-21BAE8ADB322}" dt="2026-04-10T17:39:25.530" v="19641" actId="2696"/>
        <pc:sldMkLst>
          <pc:docMk/>
          <pc:sldMk cId="39488601" sldId="275"/>
        </pc:sldMkLst>
      </pc:sldChg>
      <pc:sldChg chg="modSp del mod">
        <pc:chgData name="Carlo Cauli" userId="4bf8de4c-d2f0-4e49-8d15-5ceb4c9a42b8" providerId="ADAL" clId="{E86CBC17-3AB9-4E3E-8082-21BAE8ADB322}" dt="2026-04-10T10:45:21.269" v="10801" actId="2696"/>
        <pc:sldMkLst>
          <pc:docMk/>
          <pc:sldMk cId="974287916" sldId="276"/>
        </pc:sldMkLst>
        <pc:spChg chg="mod">
          <ac:chgData name="Carlo Cauli" userId="4bf8de4c-d2f0-4e49-8d15-5ceb4c9a42b8" providerId="ADAL" clId="{E86CBC17-3AB9-4E3E-8082-21BAE8ADB322}" dt="2026-04-10T10:42:15.456" v="10795" actId="13926"/>
          <ac:spMkLst>
            <pc:docMk/>
            <pc:sldMk cId="974287916" sldId="276"/>
            <ac:spMk id="2" creationId="{C366A63B-6482-8870-21B6-72E6CDBF50C3}"/>
          </ac:spMkLst>
        </pc:spChg>
      </pc:sldChg>
      <pc:sldChg chg="addSp delSp modSp del mod">
        <pc:chgData name="Carlo Cauli" userId="4bf8de4c-d2f0-4e49-8d15-5ceb4c9a42b8" providerId="ADAL" clId="{E86CBC17-3AB9-4E3E-8082-21BAE8ADB322}" dt="2026-04-10T13:15:51.682" v="14289" actId="2696"/>
        <pc:sldMkLst>
          <pc:docMk/>
          <pc:sldMk cId="985110494" sldId="277"/>
        </pc:sldMkLst>
        <pc:spChg chg="del mod">
          <ac:chgData name="Carlo Cauli" userId="4bf8de4c-d2f0-4e49-8d15-5ceb4c9a42b8" providerId="ADAL" clId="{E86CBC17-3AB9-4E3E-8082-21BAE8ADB322}" dt="2026-04-10T11:30:14.863" v="12258" actId="478"/>
          <ac:spMkLst>
            <pc:docMk/>
            <pc:sldMk cId="985110494" sldId="277"/>
            <ac:spMk id="2" creationId="{92767951-B87D-7614-BD64-954105C08F83}"/>
          </ac:spMkLst>
        </pc:spChg>
        <pc:spChg chg="del">
          <ac:chgData name="Carlo Cauli" userId="4bf8de4c-d2f0-4e49-8d15-5ceb4c9a42b8" providerId="ADAL" clId="{E86CBC17-3AB9-4E3E-8082-21BAE8ADB322}" dt="2026-04-10T11:16:41.567" v="11748" actId="478"/>
          <ac:spMkLst>
            <pc:docMk/>
            <pc:sldMk cId="985110494" sldId="277"/>
            <ac:spMk id="6" creationId="{5BAA0BFE-78F5-4A10-7AA3-CA1E78E041B6}"/>
          </ac:spMkLst>
        </pc:spChg>
        <pc:spChg chg="add del mod">
          <ac:chgData name="Carlo Cauli" userId="4bf8de4c-d2f0-4e49-8d15-5ceb4c9a42b8" providerId="ADAL" clId="{E86CBC17-3AB9-4E3E-8082-21BAE8ADB322}" dt="2026-04-10T11:30:20.320" v="12259" actId="478"/>
          <ac:spMkLst>
            <pc:docMk/>
            <pc:sldMk cId="985110494" sldId="277"/>
            <ac:spMk id="9" creationId="{F0524360-2782-6A04-9FF7-9AEEB5965AEC}"/>
          </ac:spMkLst>
        </pc:spChg>
        <pc:picChg chg="del">
          <ac:chgData name="Carlo Cauli" userId="4bf8de4c-d2f0-4e49-8d15-5ceb4c9a42b8" providerId="ADAL" clId="{E86CBC17-3AB9-4E3E-8082-21BAE8ADB322}" dt="2026-04-10T11:16:37.146" v="11747" actId="478"/>
          <ac:picMkLst>
            <pc:docMk/>
            <pc:sldMk cId="985110494" sldId="277"/>
            <ac:picMk id="5" creationId="{9D53BB79-829D-238F-BA49-9C62EA176B77}"/>
          </ac:picMkLst>
        </pc:picChg>
      </pc:sldChg>
      <pc:sldChg chg="delSp modSp add del mod modShow">
        <pc:chgData name="Carlo Cauli" userId="4bf8de4c-d2f0-4e49-8d15-5ceb4c9a42b8" providerId="ADAL" clId="{E86CBC17-3AB9-4E3E-8082-21BAE8ADB322}" dt="2026-04-10T15:03:18.603" v="17663" actId="2696"/>
        <pc:sldMkLst>
          <pc:docMk/>
          <pc:sldMk cId="1296583703" sldId="277"/>
        </pc:sldMkLst>
        <pc:spChg chg="del mod">
          <ac:chgData name="Carlo Cauli" userId="4bf8de4c-d2f0-4e49-8d15-5ceb4c9a42b8" providerId="ADAL" clId="{E86CBC17-3AB9-4E3E-8082-21BAE8ADB322}" dt="2026-04-10T15:00:44.368" v="17504" actId="478"/>
          <ac:spMkLst>
            <pc:docMk/>
            <pc:sldMk cId="1296583703" sldId="277"/>
            <ac:spMk id="3" creationId="{200FF736-D78D-9772-B283-E5A5344F682B}"/>
          </ac:spMkLst>
        </pc:spChg>
        <pc:spChg chg="del mod">
          <ac:chgData name="Carlo Cauli" userId="4bf8de4c-d2f0-4e49-8d15-5ceb4c9a42b8" providerId="ADAL" clId="{E86CBC17-3AB9-4E3E-8082-21BAE8ADB322}" dt="2026-04-10T15:02:48.413" v="17654" actId="21"/>
          <ac:spMkLst>
            <pc:docMk/>
            <pc:sldMk cId="1296583703" sldId="277"/>
            <ac:spMk id="4" creationId="{A131DD17-F1F9-BB10-2352-E7D7435DCECD}"/>
          </ac:spMkLst>
        </pc:spChg>
        <pc:picChg chg="del">
          <ac:chgData name="Carlo Cauli" userId="4bf8de4c-d2f0-4e49-8d15-5ceb4c9a42b8" providerId="ADAL" clId="{E86CBC17-3AB9-4E3E-8082-21BAE8ADB322}" dt="2026-04-10T14:14:57.388" v="15713" actId="478"/>
          <ac:picMkLst>
            <pc:docMk/>
            <pc:sldMk cId="1296583703" sldId="277"/>
            <ac:picMk id="8" creationId="{CA5956AD-BA34-5AC7-794A-F66D2CF415FC}"/>
          </ac:picMkLst>
        </pc:picChg>
      </pc:sldChg>
      <pc:sldChg chg="add del mod modShow">
        <pc:chgData name="Carlo Cauli" userId="4bf8de4c-d2f0-4e49-8d15-5ceb4c9a42b8" providerId="ADAL" clId="{E86CBC17-3AB9-4E3E-8082-21BAE8ADB322}" dt="2026-04-10T13:44:34.803" v="14444" actId="2696"/>
        <pc:sldMkLst>
          <pc:docMk/>
          <pc:sldMk cId="3713610583" sldId="277"/>
        </pc:sldMkLst>
      </pc:sldChg>
      <pc:sldChg chg="addSp delSp modSp del mod">
        <pc:chgData name="Carlo Cauli" userId="4bf8de4c-d2f0-4e49-8d15-5ceb4c9a42b8" providerId="ADAL" clId="{E86CBC17-3AB9-4E3E-8082-21BAE8ADB322}" dt="2026-04-10T13:15:51.682" v="14289" actId="2696"/>
        <pc:sldMkLst>
          <pc:docMk/>
          <pc:sldMk cId="1733878114" sldId="278"/>
        </pc:sldMkLst>
        <pc:spChg chg="del mod">
          <ac:chgData name="Carlo Cauli" userId="4bf8de4c-d2f0-4e49-8d15-5ceb4c9a42b8" providerId="ADAL" clId="{E86CBC17-3AB9-4E3E-8082-21BAE8ADB322}" dt="2026-04-10T11:29:56.968" v="12256" actId="478"/>
          <ac:spMkLst>
            <pc:docMk/>
            <pc:sldMk cId="1733878114" sldId="278"/>
            <ac:spMk id="2" creationId="{BE691830-12DE-5EAB-A627-7C05B503DB79}"/>
          </ac:spMkLst>
        </pc:spChg>
        <pc:spChg chg="mod">
          <ac:chgData name="Carlo Cauli" userId="4bf8de4c-d2f0-4e49-8d15-5ceb4c9a42b8" providerId="ADAL" clId="{E86CBC17-3AB9-4E3E-8082-21BAE8ADB322}" dt="2026-04-10T13:13:57.112" v="14285" actId="20577"/>
          <ac:spMkLst>
            <pc:docMk/>
            <pc:sldMk cId="1733878114" sldId="278"/>
            <ac:spMk id="3" creationId="{C7DA6025-598D-2C26-3904-194876EF9E1C}"/>
          </ac:spMkLst>
        </pc:spChg>
        <pc:spChg chg="add del mod">
          <ac:chgData name="Carlo Cauli" userId="4bf8de4c-d2f0-4e49-8d15-5ceb4c9a42b8" providerId="ADAL" clId="{E86CBC17-3AB9-4E3E-8082-21BAE8ADB322}" dt="2026-04-10T11:30:00.227" v="12257" actId="478"/>
          <ac:spMkLst>
            <pc:docMk/>
            <pc:sldMk cId="1733878114" sldId="278"/>
            <ac:spMk id="5" creationId="{A810CBB7-BC05-CD58-825A-934F9F7A071B}"/>
          </ac:spMkLst>
        </pc:spChg>
        <pc:picChg chg="del">
          <ac:chgData name="Carlo Cauli" userId="4bf8de4c-d2f0-4e49-8d15-5ceb4c9a42b8" providerId="ADAL" clId="{E86CBC17-3AB9-4E3E-8082-21BAE8ADB322}" dt="2026-04-10T11:12:39.921" v="11661" actId="478"/>
          <ac:picMkLst>
            <pc:docMk/>
            <pc:sldMk cId="1733878114" sldId="278"/>
            <ac:picMk id="12" creationId="{B3E892AD-1EDA-1FBF-E8F7-EA7B066C7346}"/>
          </ac:picMkLst>
        </pc:picChg>
        <pc:picChg chg="mod">
          <ac:chgData name="Carlo Cauli" userId="4bf8de4c-d2f0-4e49-8d15-5ceb4c9a42b8" providerId="ADAL" clId="{E86CBC17-3AB9-4E3E-8082-21BAE8ADB322}" dt="2026-04-10T11:29:54.993" v="12255" actId="1076"/>
          <ac:picMkLst>
            <pc:docMk/>
            <pc:sldMk cId="1733878114" sldId="278"/>
            <ac:picMk id="14" creationId="{475B2B64-B45E-740C-1742-E50C5D611E49}"/>
          </ac:picMkLst>
        </pc:picChg>
      </pc:sldChg>
      <pc:sldChg chg="modSp add del mod modShow">
        <pc:chgData name="Carlo Cauli" userId="4bf8de4c-d2f0-4e49-8d15-5ceb4c9a42b8" providerId="ADAL" clId="{E86CBC17-3AB9-4E3E-8082-21BAE8ADB322}" dt="2026-04-10T13:44:34.803" v="14444" actId="2696"/>
        <pc:sldMkLst>
          <pc:docMk/>
          <pc:sldMk cId="2875207366" sldId="278"/>
        </pc:sldMkLst>
        <pc:spChg chg="mod">
          <ac:chgData name="Carlo Cauli" userId="4bf8de4c-d2f0-4e49-8d15-5ceb4c9a42b8" providerId="ADAL" clId="{E86CBC17-3AB9-4E3E-8082-21BAE8ADB322}" dt="2026-04-10T13:32:26.772" v="14314" actId="20577"/>
          <ac:spMkLst>
            <pc:docMk/>
            <pc:sldMk cId="2875207366" sldId="278"/>
            <ac:spMk id="3" creationId="{C7DA6025-598D-2C26-3904-194876EF9E1C}"/>
          </ac:spMkLst>
        </pc:spChg>
        <pc:picChg chg="mod">
          <ac:chgData name="Carlo Cauli" userId="4bf8de4c-d2f0-4e49-8d15-5ceb4c9a42b8" providerId="ADAL" clId="{E86CBC17-3AB9-4E3E-8082-21BAE8ADB322}" dt="2026-04-10T13:32:29.133" v="14315" actId="1076"/>
          <ac:picMkLst>
            <pc:docMk/>
            <pc:sldMk cId="2875207366" sldId="278"/>
            <ac:picMk id="14" creationId="{475B2B64-B45E-740C-1742-E50C5D611E49}"/>
          </ac:picMkLst>
        </pc:picChg>
      </pc:sldChg>
      <pc:sldChg chg="delSp modSp add del mod modShow">
        <pc:chgData name="Carlo Cauli" userId="4bf8de4c-d2f0-4e49-8d15-5ceb4c9a42b8" providerId="ADAL" clId="{E86CBC17-3AB9-4E3E-8082-21BAE8ADB322}" dt="2026-04-10T14:12:18.284" v="15645" actId="2696"/>
        <pc:sldMkLst>
          <pc:docMk/>
          <pc:sldMk cId="3618481085" sldId="278"/>
        </pc:sldMkLst>
        <pc:spChg chg="mod">
          <ac:chgData name="Carlo Cauli" userId="4bf8de4c-d2f0-4e49-8d15-5ceb4c9a42b8" providerId="ADAL" clId="{E86CBC17-3AB9-4E3E-8082-21BAE8ADB322}" dt="2026-04-10T14:12:15.463" v="15644" actId="21"/>
          <ac:spMkLst>
            <pc:docMk/>
            <pc:sldMk cId="3618481085" sldId="278"/>
            <ac:spMk id="3" creationId="{C7DA6025-598D-2C26-3904-194876EF9E1C}"/>
          </ac:spMkLst>
        </pc:spChg>
        <pc:picChg chg="del">
          <ac:chgData name="Carlo Cauli" userId="4bf8de4c-d2f0-4e49-8d15-5ceb4c9a42b8" providerId="ADAL" clId="{E86CBC17-3AB9-4E3E-8082-21BAE8ADB322}" dt="2026-04-10T14:10:32.023" v="15639" actId="478"/>
          <ac:picMkLst>
            <pc:docMk/>
            <pc:sldMk cId="3618481085" sldId="278"/>
            <ac:picMk id="14" creationId="{475B2B64-B45E-740C-1742-E50C5D611E49}"/>
          </ac:picMkLst>
        </pc:picChg>
      </pc:sldChg>
      <pc:sldChg chg="addSp delSp modSp del mod">
        <pc:chgData name="Carlo Cauli" userId="4bf8de4c-d2f0-4e49-8d15-5ceb4c9a42b8" providerId="ADAL" clId="{E86CBC17-3AB9-4E3E-8082-21BAE8ADB322}" dt="2026-04-10T12:37:06.882" v="13392" actId="2696"/>
        <pc:sldMkLst>
          <pc:docMk/>
          <pc:sldMk cId="1957565022" sldId="279"/>
        </pc:sldMkLst>
        <pc:spChg chg="del">
          <ac:chgData name="Carlo Cauli" userId="4bf8de4c-d2f0-4e49-8d15-5ceb4c9a42b8" providerId="ADAL" clId="{E86CBC17-3AB9-4E3E-8082-21BAE8ADB322}" dt="2026-04-10T12:37:03.046" v="13391" actId="478"/>
          <ac:spMkLst>
            <pc:docMk/>
            <pc:sldMk cId="1957565022" sldId="279"/>
            <ac:spMk id="2" creationId="{A8277CB1-94D4-499F-F612-7676F27534CD}"/>
          </ac:spMkLst>
        </pc:spChg>
        <pc:spChg chg="add mod">
          <ac:chgData name="Carlo Cauli" userId="4bf8de4c-d2f0-4e49-8d15-5ceb4c9a42b8" providerId="ADAL" clId="{E86CBC17-3AB9-4E3E-8082-21BAE8ADB322}" dt="2026-04-10T12:37:03.046" v="13391" actId="478"/>
          <ac:spMkLst>
            <pc:docMk/>
            <pc:sldMk cId="1957565022" sldId="279"/>
            <ac:spMk id="4" creationId="{F33C95F9-BCED-9976-5F38-A74C2C01D88F}"/>
          </ac:spMkLst>
        </pc:spChg>
      </pc:sldChg>
      <pc:sldChg chg="addSp delSp modSp del mod">
        <pc:chgData name="Carlo Cauli" userId="4bf8de4c-d2f0-4e49-8d15-5ceb4c9a42b8" providerId="ADAL" clId="{E86CBC17-3AB9-4E3E-8082-21BAE8ADB322}" dt="2026-04-10T12:39:18.860" v="13400" actId="2696"/>
        <pc:sldMkLst>
          <pc:docMk/>
          <pc:sldMk cId="197559045" sldId="280"/>
        </pc:sldMkLst>
        <pc:spChg chg="del">
          <ac:chgData name="Carlo Cauli" userId="4bf8de4c-d2f0-4e49-8d15-5ceb4c9a42b8" providerId="ADAL" clId="{E86CBC17-3AB9-4E3E-8082-21BAE8ADB322}" dt="2026-04-10T12:36:31.962" v="13389" actId="478"/>
          <ac:spMkLst>
            <pc:docMk/>
            <pc:sldMk cId="197559045" sldId="280"/>
            <ac:spMk id="2" creationId="{8105D82E-1C80-8541-C48F-8E184EF1310F}"/>
          </ac:spMkLst>
        </pc:spChg>
        <pc:spChg chg="mod">
          <ac:chgData name="Carlo Cauli" userId="4bf8de4c-d2f0-4e49-8d15-5ceb4c9a42b8" providerId="ADAL" clId="{E86CBC17-3AB9-4E3E-8082-21BAE8ADB322}" dt="2026-04-10T12:39:15.837" v="13399" actId="21"/>
          <ac:spMkLst>
            <pc:docMk/>
            <pc:sldMk cId="197559045" sldId="280"/>
            <ac:spMk id="3" creationId="{819B3EE2-5048-5B30-984E-9E51F557BB49}"/>
          </ac:spMkLst>
        </pc:spChg>
        <pc:spChg chg="add del mod">
          <ac:chgData name="Carlo Cauli" userId="4bf8de4c-d2f0-4e49-8d15-5ceb4c9a42b8" providerId="ADAL" clId="{E86CBC17-3AB9-4E3E-8082-21BAE8ADB322}" dt="2026-04-10T12:36:33.640" v="13390" actId="478"/>
          <ac:spMkLst>
            <pc:docMk/>
            <pc:sldMk cId="197559045" sldId="280"/>
            <ac:spMk id="5" creationId="{18BB714D-238B-23B1-E1E5-91CBC145D3DF}"/>
          </ac:spMkLst>
        </pc:spChg>
      </pc:sldChg>
      <pc:sldChg chg="addSp delSp modSp del mod">
        <pc:chgData name="Carlo Cauli" userId="4bf8de4c-d2f0-4e49-8d15-5ceb4c9a42b8" providerId="ADAL" clId="{E86CBC17-3AB9-4E3E-8082-21BAE8ADB322}" dt="2026-04-10T17:51:19.399" v="19830" actId="2696"/>
        <pc:sldMkLst>
          <pc:docMk/>
          <pc:sldMk cId="194333037" sldId="281"/>
        </pc:sldMkLst>
        <pc:spChg chg="del">
          <ac:chgData name="Carlo Cauli" userId="4bf8de4c-d2f0-4e49-8d15-5ceb4c9a42b8" providerId="ADAL" clId="{E86CBC17-3AB9-4E3E-8082-21BAE8ADB322}" dt="2026-04-10T17:47:19.569" v="19739" actId="478"/>
          <ac:spMkLst>
            <pc:docMk/>
            <pc:sldMk cId="194333037" sldId="281"/>
            <ac:spMk id="2" creationId="{50256075-8F02-6DD2-C477-BA4D190A09D1}"/>
          </ac:spMkLst>
        </pc:spChg>
        <pc:spChg chg="mod">
          <ac:chgData name="Carlo Cauli" userId="4bf8de4c-d2f0-4e49-8d15-5ceb4c9a42b8" providerId="ADAL" clId="{E86CBC17-3AB9-4E3E-8082-21BAE8ADB322}" dt="2026-04-10T17:50:52.922" v="19828" actId="20577"/>
          <ac:spMkLst>
            <pc:docMk/>
            <pc:sldMk cId="194333037" sldId="281"/>
            <ac:spMk id="3" creationId="{CA7C40E0-56D6-849E-EE7A-E1A0F74AA510}"/>
          </ac:spMkLst>
        </pc:spChg>
        <pc:spChg chg="add del mod">
          <ac:chgData name="Carlo Cauli" userId="4bf8de4c-d2f0-4e49-8d15-5ceb4c9a42b8" providerId="ADAL" clId="{E86CBC17-3AB9-4E3E-8082-21BAE8ADB322}" dt="2026-04-10T17:47:22.340" v="19740" actId="478"/>
          <ac:spMkLst>
            <pc:docMk/>
            <pc:sldMk cId="194333037" sldId="281"/>
            <ac:spMk id="5" creationId="{A9D099B0-F6DD-DAC6-BB3D-B26F6E9D930E}"/>
          </ac:spMkLst>
        </pc:spChg>
      </pc:sldChg>
      <pc:sldChg chg="addSp delSp modSp del">
        <pc:chgData name="Carlo Cauli" userId="4bf8de4c-d2f0-4e49-8d15-5ceb4c9a42b8" providerId="ADAL" clId="{E86CBC17-3AB9-4E3E-8082-21BAE8ADB322}" dt="2026-04-10T17:42:02.242" v="19691" actId="2696"/>
        <pc:sldMkLst>
          <pc:docMk/>
          <pc:sldMk cId="451288496" sldId="282"/>
        </pc:sldMkLst>
        <pc:spChg chg="del">
          <ac:chgData name="Carlo Cauli" userId="4bf8de4c-d2f0-4e49-8d15-5ceb4c9a42b8" providerId="ADAL" clId="{E86CBC17-3AB9-4E3E-8082-21BAE8ADB322}" dt="2026-04-10T17:41:59.705" v="19690" actId="21"/>
          <ac:spMkLst>
            <pc:docMk/>
            <pc:sldMk cId="451288496" sldId="282"/>
            <ac:spMk id="3" creationId="{043B1653-8E14-BD50-659A-30E9B29BC7F4}"/>
          </ac:spMkLst>
        </pc:spChg>
        <pc:spChg chg="add mod">
          <ac:chgData name="Carlo Cauli" userId="4bf8de4c-d2f0-4e49-8d15-5ceb4c9a42b8" providerId="ADAL" clId="{E86CBC17-3AB9-4E3E-8082-21BAE8ADB322}" dt="2026-04-10T17:41:59.705" v="19690" actId="21"/>
          <ac:spMkLst>
            <pc:docMk/>
            <pc:sldMk cId="451288496" sldId="282"/>
            <ac:spMk id="4" creationId="{F8DF241C-7B32-F399-2233-AEC6396A8D8E}"/>
          </ac:spMkLst>
        </pc:spChg>
      </pc:sldChg>
      <pc:sldChg chg="modSp add">
        <pc:chgData name="Carlo Cauli" userId="4bf8de4c-d2f0-4e49-8d15-5ceb4c9a42b8" providerId="ADAL" clId="{E86CBC17-3AB9-4E3E-8082-21BAE8ADB322}" dt="2026-04-10T07:52:07.186" v="4961" actId="14100"/>
        <pc:sldMkLst>
          <pc:docMk/>
          <pc:sldMk cId="2609643884" sldId="283"/>
        </pc:sldMkLst>
        <pc:spChg chg="mod">
          <ac:chgData name="Carlo Cauli" userId="4bf8de4c-d2f0-4e49-8d15-5ceb4c9a42b8" providerId="ADAL" clId="{E86CBC17-3AB9-4E3E-8082-21BAE8ADB322}" dt="2026-04-10T07:52:07.186" v="4961" actId="14100"/>
          <ac:spMkLst>
            <pc:docMk/>
            <pc:sldMk cId="2609643884" sldId="283"/>
            <ac:spMk id="3" creationId="{23EAC103-5B19-6341-B28C-4F478FBA3C55}"/>
          </ac:spMkLst>
        </pc:spChg>
        <pc:spChg chg="mod">
          <ac:chgData name="Carlo Cauli" userId="4bf8de4c-d2f0-4e49-8d15-5ceb4c9a42b8" providerId="ADAL" clId="{E86CBC17-3AB9-4E3E-8082-21BAE8ADB322}" dt="2026-04-10T07:49:38.902" v="4900" actId="14100"/>
          <ac:spMkLst>
            <pc:docMk/>
            <pc:sldMk cId="2609643884" sldId="283"/>
            <ac:spMk id="4" creationId="{2CB20BDE-B412-2DA9-13F4-BAF987E6EFEB}"/>
          </ac:spMkLst>
        </pc:spChg>
      </pc:sldChg>
      <pc:sldChg chg="addSp delSp modSp add mod">
        <pc:chgData name="Carlo Cauli" userId="4bf8de4c-d2f0-4e49-8d15-5ceb4c9a42b8" providerId="ADAL" clId="{E86CBC17-3AB9-4E3E-8082-21BAE8ADB322}" dt="2026-04-10T17:18:25.892" v="18403" actId="20577"/>
        <pc:sldMkLst>
          <pc:docMk/>
          <pc:sldMk cId="3804370605" sldId="284"/>
        </pc:sldMkLst>
        <pc:spChg chg="mod">
          <ac:chgData name="Carlo Cauli" userId="4bf8de4c-d2f0-4e49-8d15-5ceb4c9a42b8" providerId="ADAL" clId="{E86CBC17-3AB9-4E3E-8082-21BAE8ADB322}" dt="2026-04-10T08:03:43.569" v="5182" actId="20577"/>
          <ac:spMkLst>
            <pc:docMk/>
            <pc:sldMk cId="3804370605" sldId="284"/>
            <ac:spMk id="2" creationId="{B0A7940B-D67C-4EFB-C678-0E56AAEB5351}"/>
          </ac:spMkLst>
        </pc:spChg>
        <pc:spChg chg="del mod">
          <ac:chgData name="Carlo Cauli" userId="4bf8de4c-d2f0-4e49-8d15-5ceb4c9a42b8" providerId="ADAL" clId="{E86CBC17-3AB9-4E3E-8082-21BAE8ADB322}" dt="2026-04-10T08:03:50.886" v="5183" actId="478"/>
          <ac:spMkLst>
            <pc:docMk/>
            <pc:sldMk cId="3804370605" sldId="284"/>
            <ac:spMk id="3" creationId="{1E479168-D048-D60A-F304-2C1BF48F2AD4}"/>
          </ac:spMkLst>
        </pc:spChg>
        <pc:spChg chg="add del mod">
          <ac:chgData name="Carlo Cauli" userId="4bf8de4c-d2f0-4e49-8d15-5ceb4c9a42b8" providerId="ADAL" clId="{E86CBC17-3AB9-4E3E-8082-21BAE8ADB322}" dt="2026-04-10T08:03:53.594" v="5184" actId="478"/>
          <ac:spMkLst>
            <pc:docMk/>
            <pc:sldMk cId="3804370605" sldId="284"/>
            <ac:spMk id="4" creationId="{C5A917FE-FC04-97B8-9EBC-DFF5D7B780BD}"/>
          </ac:spMkLst>
        </pc:spChg>
        <pc:spChg chg="add mod">
          <ac:chgData name="Carlo Cauli" userId="4bf8de4c-d2f0-4e49-8d15-5ceb4c9a42b8" providerId="ADAL" clId="{E86CBC17-3AB9-4E3E-8082-21BAE8ADB322}" dt="2026-04-10T17:18:25.892" v="18403" actId="20577"/>
          <ac:spMkLst>
            <pc:docMk/>
            <pc:sldMk cId="3804370605" sldId="284"/>
            <ac:spMk id="5" creationId="{DA3C6C12-1446-F3A6-B921-1F68DC803FED}"/>
          </ac:spMkLst>
        </pc:spChg>
      </pc:sldChg>
      <pc:sldChg chg="addSp delSp modSp add del mod">
        <pc:chgData name="Carlo Cauli" userId="4bf8de4c-d2f0-4e49-8d15-5ceb4c9a42b8" providerId="ADAL" clId="{E86CBC17-3AB9-4E3E-8082-21BAE8ADB322}" dt="2026-04-10T17:51:00.831" v="19829" actId="47"/>
        <pc:sldMkLst>
          <pc:docMk/>
          <pc:sldMk cId="667664183" sldId="285"/>
        </pc:sldMkLst>
        <pc:spChg chg="del">
          <ac:chgData name="Carlo Cauli" userId="4bf8de4c-d2f0-4e49-8d15-5ceb4c9a42b8" providerId="ADAL" clId="{E86CBC17-3AB9-4E3E-8082-21BAE8ADB322}" dt="2026-04-10T07:48:32.252" v="4864" actId="478"/>
          <ac:spMkLst>
            <pc:docMk/>
            <pc:sldMk cId="667664183" sldId="285"/>
            <ac:spMk id="2" creationId="{F762CE50-404E-2BE4-9DC9-06DF99FD5AC8}"/>
          </ac:spMkLst>
        </pc:spChg>
        <pc:spChg chg="del">
          <ac:chgData name="Carlo Cauli" userId="4bf8de4c-d2f0-4e49-8d15-5ceb4c9a42b8" providerId="ADAL" clId="{E86CBC17-3AB9-4E3E-8082-21BAE8ADB322}" dt="2026-04-10T07:48:29.932" v="4863" actId="478"/>
          <ac:spMkLst>
            <pc:docMk/>
            <pc:sldMk cId="667664183" sldId="285"/>
            <ac:spMk id="3" creationId="{B191A5EE-0291-C365-4519-6DE614171D1C}"/>
          </ac:spMkLst>
        </pc:spChg>
        <pc:spChg chg="add del mod">
          <ac:chgData name="Carlo Cauli" userId="4bf8de4c-d2f0-4e49-8d15-5ceb4c9a42b8" providerId="ADAL" clId="{E86CBC17-3AB9-4E3E-8082-21BAE8ADB322}" dt="2026-04-10T07:48:34.657" v="4865" actId="478"/>
          <ac:spMkLst>
            <pc:docMk/>
            <pc:sldMk cId="667664183" sldId="285"/>
            <ac:spMk id="4" creationId="{08BA7B40-780A-C348-75EA-E850464B51DE}"/>
          </ac:spMkLst>
        </pc:spChg>
        <pc:spChg chg="add del mod">
          <ac:chgData name="Carlo Cauli" userId="4bf8de4c-d2f0-4e49-8d15-5ceb4c9a42b8" providerId="ADAL" clId="{E86CBC17-3AB9-4E3E-8082-21BAE8ADB322}" dt="2026-04-10T07:48:37.259" v="4866" actId="478"/>
          <ac:spMkLst>
            <pc:docMk/>
            <pc:sldMk cId="667664183" sldId="285"/>
            <ac:spMk id="6" creationId="{D439E7C5-9F14-067A-479A-400D8E8FBEAB}"/>
          </ac:spMkLst>
        </pc:spChg>
        <pc:spChg chg="add">
          <ac:chgData name="Carlo Cauli" userId="4bf8de4c-d2f0-4e49-8d15-5ceb4c9a42b8" providerId="ADAL" clId="{E86CBC17-3AB9-4E3E-8082-21BAE8ADB322}" dt="2026-04-10T07:48:52.526" v="4867" actId="11529"/>
          <ac:spMkLst>
            <pc:docMk/>
            <pc:sldMk cId="667664183" sldId="285"/>
            <ac:spMk id="7" creationId="{FB7AB969-D96E-5788-D57B-2A62E7A8B4C7}"/>
          </ac:spMkLst>
        </pc:spChg>
      </pc:sldChg>
      <pc:sldChg chg="add del">
        <pc:chgData name="Carlo Cauli" userId="4bf8de4c-d2f0-4e49-8d15-5ceb4c9a42b8" providerId="ADAL" clId="{E86CBC17-3AB9-4E3E-8082-21BAE8ADB322}" dt="2026-04-10T07:48:24.505" v="4861" actId="47"/>
        <pc:sldMkLst>
          <pc:docMk/>
          <pc:sldMk cId="724657727" sldId="285"/>
        </pc:sldMkLst>
      </pc:sldChg>
      <pc:sldChg chg="addSp delSp modSp add mod">
        <pc:chgData name="Carlo Cauli" userId="4bf8de4c-d2f0-4e49-8d15-5ceb4c9a42b8" providerId="ADAL" clId="{E86CBC17-3AB9-4E3E-8082-21BAE8ADB322}" dt="2026-04-10T12:36:17.943" v="13388" actId="478"/>
        <pc:sldMkLst>
          <pc:docMk/>
          <pc:sldMk cId="1992478581" sldId="286"/>
        </pc:sldMkLst>
        <pc:spChg chg="mod">
          <ac:chgData name="Carlo Cauli" userId="4bf8de4c-d2f0-4e49-8d15-5ceb4c9a42b8" providerId="ADAL" clId="{E86CBC17-3AB9-4E3E-8082-21BAE8ADB322}" dt="2026-04-10T08:01:20.790" v="5101" actId="20577"/>
          <ac:spMkLst>
            <pc:docMk/>
            <pc:sldMk cId="1992478581" sldId="286"/>
            <ac:spMk id="2" creationId="{E43B96AD-9E19-94AC-D305-2751CCB662F1}"/>
          </ac:spMkLst>
        </pc:spChg>
        <pc:spChg chg="del">
          <ac:chgData name="Carlo Cauli" userId="4bf8de4c-d2f0-4e49-8d15-5ceb4c9a42b8" providerId="ADAL" clId="{E86CBC17-3AB9-4E3E-8082-21BAE8ADB322}" dt="2026-04-10T07:54:55.414" v="4964" actId="478"/>
          <ac:spMkLst>
            <pc:docMk/>
            <pc:sldMk cId="1992478581" sldId="286"/>
            <ac:spMk id="3" creationId="{F0F82242-1C8A-A0DB-2970-0D5A2664B97B}"/>
          </ac:spMkLst>
        </pc:spChg>
        <pc:spChg chg="add del mod">
          <ac:chgData name="Carlo Cauli" userId="4bf8de4c-d2f0-4e49-8d15-5ceb4c9a42b8" providerId="ADAL" clId="{E86CBC17-3AB9-4E3E-8082-21BAE8ADB322}" dt="2026-04-10T07:54:58.156" v="4965" actId="478"/>
          <ac:spMkLst>
            <pc:docMk/>
            <pc:sldMk cId="1992478581" sldId="286"/>
            <ac:spMk id="4" creationId="{8DC56AAB-6BA9-0021-A7D7-31EE905AE197}"/>
          </ac:spMkLst>
        </pc:spChg>
        <pc:spChg chg="add mod">
          <ac:chgData name="Carlo Cauli" userId="4bf8de4c-d2f0-4e49-8d15-5ceb4c9a42b8" providerId="ADAL" clId="{E86CBC17-3AB9-4E3E-8082-21BAE8ADB322}" dt="2026-04-10T09:25:02.025" v="8790" actId="20577"/>
          <ac:spMkLst>
            <pc:docMk/>
            <pc:sldMk cId="1992478581" sldId="286"/>
            <ac:spMk id="8" creationId="{35976132-08BC-F402-73B4-946454B10B28}"/>
          </ac:spMkLst>
        </pc:spChg>
        <pc:spChg chg="add mod">
          <ac:chgData name="Carlo Cauli" userId="4bf8de4c-d2f0-4e49-8d15-5ceb4c9a42b8" providerId="ADAL" clId="{E86CBC17-3AB9-4E3E-8082-21BAE8ADB322}" dt="2026-04-10T10:16:18.846" v="10311" actId="20577"/>
          <ac:spMkLst>
            <pc:docMk/>
            <pc:sldMk cId="1992478581" sldId="286"/>
            <ac:spMk id="9" creationId="{A0D3E80A-978A-25F4-3757-B20367911AE4}"/>
          </ac:spMkLst>
        </pc:spChg>
        <pc:spChg chg="add mod">
          <ac:chgData name="Carlo Cauli" userId="4bf8de4c-d2f0-4e49-8d15-5ceb4c9a42b8" providerId="ADAL" clId="{E86CBC17-3AB9-4E3E-8082-21BAE8ADB322}" dt="2026-04-10T10:01:15.177" v="9624" actId="20577"/>
          <ac:spMkLst>
            <pc:docMk/>
            <pc:sldMk cId="1992478581" sldId="286"/>
            <ac:spMk id="10" creationId="{0D71BA86-05B7-DA1B-8AAD-D9154162BB9D}"/>
          </ac:spMkLst>
        </pc:spChg>
        <pc:spChg chg="add mod">
          <ac:chgData name="Carlo Cauli" userId="4bf8de4c-d2f0-4e49-8d15-5ceb4c9a42b8" providerId="ADAL" clId="{E86CBC17-3AB9-4E3E-8082-21BAE8ADB322}" dt="2026-04-10T12:36:12.701" v="13387" actId="20577"/>
          <ac:spMkLst>
            <pc:docMk/>
            <pc:sldMk cId="1992478581" sldId="286"/>
            <ac:spMk id="12" creationId="{E294740B-6ADE-2C57-B20F-CE3DB7CEF69F}"/>
          </ac:spMkLst>
        </pc:spChg>
        <pc:spChg chg="add mod">
          <ac:chgData name="Carlo Cauli" userId="4bf8de4c-d2f0-4e49-8d15-5ceb4c9a42b8" providerId="ADAL" clId="{E86CBC17-3AB9-4E3E-8082-21BAE8ADB322}" dt="2026-04-10T09:49:21.958" v="9603" actId="1076"/>
          <ac:spMkLst>
            <pc:docMk/>
            <pc:sldMk cId="1992478581" sldId="286"/>
            <ac:spMk id="13" creationId="{B2759005-5CB6-B110-2B2A-E8C25B29DEB9}"/>
          </ac:spMkLst>
        </pc:spChg>
        <pc:spChg chg="add del mod">
          <ac:chgData name="Carlo Cauli" userId="4bf8de4c-d2f0-4e49-8d15-5ceb4c9a42b8" providerId="ADAL" clId="{E86CBC17-3AB9-4E3E-8082-21BAE8ADB322}" dt="2026-04-10T10:39:44.986" v="10695" actId="22"/>
          <ac:spMkLst>
            <pc:docMk/>
            <pc:sldMk cId="1992478581" sldId="286"/>
            <ac:spMk id="15" creationId="{63FFFCDA-FAE5-0192-519C-2B22FC5CC40E}"/>
          </ac:spMkLst>
        </pc:spChg>
        <pc:spChg chg="add del mod">
          <ac:chgData name="Carlo Cauli" userId="4bf8de4c-d2f0-4e49-8d15-5ceb4c9a42b8" providerId="ADAL" clId="{E86CBC17-3AB9-4E3E-8082-21BAE8ADB322}" dt="2026-04-10T12:36:17.943" v="13388" actId="478"/>
          <ac:spMkLst>
            <pc:docMk/>
            <pc:sldMk cId="1992478581" sldId="286"/>
            <ac:spMk id="17" creationId="{52FA72CF-84D2-28EC-0760-4E7BAEB82B30}"/>
          </ac:spMkLst>
        </pc:spChg>
        <pc:picChg chg="add mod">
          <ac:chgData name="Carlo Cauli" userId="4bf8de4c-d2f0-4e49-8d15-5ceb4c9a42b8" providerId="ADAL" clId="{E86CBC17-3AB9-4E3E-8082-21BAE8ADB322}" dt="2026-04-10T07:56:36.460" v="4976" actId="1076"/>
          <ac:picMkLst>
            <pc:docMk/>
            <pc:sldMk cId="1992478581" sldId="286"/>
            <ac:picMk id="6" creationId="{4DFEDC29-AF96-2720-BD49-E04600AFE518}"/>
          </ac:picMkLst>
        </pc:picChg>
      </pc:sldChg>
      <pc:sldChg chg="add del">
        <pc:chgData name="Carlo Cauli" userId="4bf8de4c-d2f0-4e49-8d15-5ceb4c9a42b8" providerId="ADAL" clId="{E86CBC17-3AB9-4E3E-8082-21BAE8ADB322}" dt="2026-04-10T07:55:01.494" v="4967"/>
        <pc:sldMkLst>
          <pc:docMk/>
          <pc:sldMk cId="3745224039" sldId="287"/>
        </pc:sldMkLst>
      </pc:sldChg>
      <pc:sldChg chg="addSp delSp modSp add mod">
        <pc:chgData name="Carlo Cauli" userId="4bf8de4c-d2f0-4e49-8d15-5ceb4c9a42b8" providerId="ADAL" clId="{E86CBC17-3AB9-4E3E-8082-21BAE8ADB322}" dt="2026-04-10T13:23:48.406" v="14294" actId="20577"/>
        <pc:sldMkLst>
          <pc:docMk/>
          <pc:sldMk cId="4164924610" sldId="287"/>
        </pc:sldMkLst>
        <pc:spChg chg="mod">
          <ac:chgData name="Carlo Cauli" userId="4bf8de4c-d2f0-4e49-8d15-5ceb4c9a42b8" providerId="ADAL" clId="{E86CBC17-3AB9-4E3E-8082-21BAE8ADB322}" dt="2026-04-10T08:38:54.107" v="6517" actId="20577"/>
          <ac:spMkLst>
            <pc:docMk/>
            <pc:sldMk cId="4164924610" sldId="287"/>
            <ac:spMk id="2" creationId="{5B251F42-A73C-B8CB-F59A-85BB8299F632}"/>
          </ac:spMkLst>
        </pc:spChg>
        <pc:spChg chg="add del mod">
          <ac:chgData name="Carlo Cauli" userId="4bf8de4c-d2f0-4e49-8d15-5ceb4c9a42b8" providerId="ADAL" clId="{E86CBC17-3AB9-4E3E-8082-21BAE8ADB322}" dt="2026-04-10T08:24:44.994" v="6071"/>
          <ac:spMkLst>
            <pc:docMk/>
            <pc:sldMk cId="4164924610" sldId="287"/>
            <ac:spMk id="3" creationId="{C3A14875-9DB6-972E-CAF8-7C0338B9E330}"/>
          </ac:spMkLst>
        </pc:spChg>
        <pc:spChg chg="add del mod">
          <ac:chgData name="Carlo Cauli" userId="4bf8de4c-d2f0-4e49-8d15-5ceb4c9a42b8" providerId="ADAL" clId="{E86CBC17-3AB9-4E3E-8082-21BAE8ADB322}" dt="2026-04-10T08:24:44.982" v="6069" actId="478"/>
          <ac:spMkLst>
            <pc:docMk/>
            <pc:sldMk cId="4164924610" sldId="287"/>
            <ac:spMk id="4" creationId="{04A306FE-AFFE-4339-DD3A-20F6A39F68BB}"/>
          </ac:spMkLst>
        </pc:spChg>
        <pc:spChg chg="add del mod">
          <ac:chgData name="Carlo Cauli" userId="4bf8de4c-d2f0-4e49-8d15-5ceb4c9a42b8" providerId="ADAL" clId="{E86CBC17-3AB9-4E3E-8082-21BAE8ADB322}" dt="2026-04-10T08:24:47.135" v="6072" actId="478"/>
          <ac:spMkLst>
            <pc:docMk/>
            <pc:sldMk cId="4164924610" sldId="287"/>
            <ac:spMk id="5" creationId="{EA68B690-BE62-BC25-7CAE-2229CB21D29D}"/>
          </ac:spMkLst>
        </pc:spChg>
        <pc:spChg chg="add mod">
          <ac:chgData name="Carlo Cauli" userId="4bf8de4c-d2f0-4e49-8d15-5ceb4c9a42b8" providerId="ADAL" clId="{E86CBC17-3AB9-4E3E-8082-21BAE8ADB322}" dt="2026-04-10T08:48:03.082" v="7105" actId="1076"/>
          <ac:spMkLst>
            <pc:docMk/>
            <pc:sldMk cId="4164924610" sldId="287"/>
            <ac:spMk id="7" creationId="{2BBADC3E-3F12-C1AF-FD6A-6A0464E2E8E4}"/>
          </ac:spMkLst>
        </pc:spChg>
        <pc:spChg chg="mod">
          <ac:chgData name="Carlo Cauli" userId="4bf8de4c-d2f0-4e49-8d15-5ceb4c9a42b8" providerId="ADAL" clId="{E86CBC17-3AB9-4E3E-8082-21BAE8ADB322}" dt="2026-04-10T13:23:48.406" v="14294" actId="20577"/>
          <ac:spMkLst>
            <pc:docMk/>
            <pc:sldMk cId="4164924610" sldId="287"/>
            <ac:spMk id="8" creationId="{F5856054-0CAA-5A15-7593-33F03337F03A}"/>
          </ac:spMkLst>
        </pc:spChg>
        <pc:spChg chg="add mod">
          <ac:chgData name="Carlo Cauli" userId="4bf8de4c-d2f0-4e49-8d15-5ceb4c9a42b8" providerId="ADAL" clId="{E86CBC17-3AB9-4E3E-8082-21BAE8ADB322}" dt="2026-04-10T08:48:41.570" v="7115" actId="14100"/>
          <ac:spMkLst>
            <pc:docMk/>
            <pc:sldMk cId="4164924610" sldId="287"/>
            <ac:spMk id="9" creationId="{6729F13B-E7F5-51A7-1191-870B7D8D9D36}"/>
          </ac:spMkLst>
        </pc:spChg>
        <pc:spChg chg="add del mod">
          <ac:chgData name="Carlo Cauli" userId="4bf8de4c-d2f0-4e49-8d15-5ceb4c9a42b8" providerId="ADAL" clId="{E86CBC17-3AB9-4E3E-8082-21BAE8ADB322}" dt="2026-04-10T08:29:45.143" v="6309" actId="478"/>
          <ac:spMkLst>
            <pc:docMk/>
            <pc:sldMk cId="4164924610" sldId="287"/>
            <ac:spMk id="10" creationId="{EBC66718-BE13-CEA8-9ADF-DD7AB3E7812F}"/>
          </ac:spMkLst>
        </pc:spChg>
        <pc:spChg chg="add del mod">
          <ac:chgData name="Carlo Cauli" userId="4bf8de4c-d2f0-4e49-8d15-5ceb4c9a42b8" providerId="ADAL" clId="{E86CBC17-3AB9-4E3E-8082-21BAE8ADB322}" dt="2026-04-10T08:39:33.235" v="6555" actId="478"/>
          <ac:spMkLst>
            <pc:docMk/>
            <pc:sldMk cId="4164924610" sldId="287"/>
            <ac:spMk id="12" creationId="{A124497A-E78C-3F22-6C0A-70E279D61867}"/>
          </ac:spMkLst>
        </pc:spChg>
        <pc:spChg chg="add mod">
          <ac:chgData name="Carlo Cauli" userId="4bf8de4c-d2f0-4e49-8d15-5ceb4c9a42b8" providerId="ADAL" clId="{E86CBC17-3AB9-4E3E-8082-21BAE8ADB322}" dt="2026-04-10T08:48:45.101" v="7116" actId="1076"/>
          <ac:spMkLst>
            <pc:docMk/>
            <pc:sldMk cId="4164924610" sldId="287"/>
            <ac:spMk id="13" creationId="{5209E005-CBD6-AF05-74B8-AF26D3427086}"/>
          </ac:spMkLst>
        </pc:spChg>
        <pc:picChg chg="del">
          <ac:chgData name="Carlo Cauli" userId="4bf8de4c-d2f0-4e49-8d15-5ceb4c9a42b8" providerId="ADAL" clId="{E86CBC17-3AB9-4E3E-8082-21BAE8ADB322}" dt="2026-04-10T08:02:28.187" v="5115" actId="478"/>
          <ac:picMkLst>
            <pc:docMk/>
            <pc:sldMk cId="4164924610" sldId="287"/>
            <ac:picMk id="6" creationId="{2699807E-3A66-F33A-2A31-5136AEA9D2E9}"/>
          </ac:picMkLst>
        </pc:picChg>
      </pc:sldChg>
      <pc:sldChg chg="modSp add del mod">
        <pc:chgData name="Carlo Cauli" userId="4bf8de4c-d2f0-4e49-8d15-5ceb4c9a42b8" providerId="ADAL" clId="{E86CBC17-3AB9-4E3E-8082-21BAE8ADB322}" dt="2026-04-10T08:37:12.024" v="6485" actId="2696"/>
        <pc:sldMkLst>
          <pc:docMk/>
          <pc:sldMk cId="386665821" sldId="288"/>
        </pc:sldMkLst>
        <pc:spChg chg="mod">
          <ac:chgData name="Carlo Cauli" userId="4bf8de4c-d2f0-4e49-8d15-5ceb4c9a42b8" providerId="ADAL" clId="{E86CBC17-3AB9-4E3E-8082-21BAE8ADB322}" dt="2026-04-10T08:36:55.574" v="6481" actId="20577"/>
          <ac:spMkLst>
            <pc:docMk/>
            <pc:sldMk cId="386665821" sldId="288"/>
            <ac:spMk id="2" creationId="{AAC22CB2-FA38-A4F1-26D0-0AF829CE8292}"/>
          </ac:spMkLst>
        </pc:spChg>
      </pc:sldChg>
      <pc:sldChg chg="add del">
        <pc:chgData name="Carlo Cauli" userId="4bf8de4c-d2f0-4e49-8d15-5ceb4c9a42b8" providerId="ADAL" clId="{E86CBC17-3AB9-4E3E-8082-21BAE8ADB322}" dt="2026-04-10T08:35:53.112" v="6456" actId="47"/>
        <pc:sldMkLst>
          <pc:docMk/>
          <pc:sldMk cId="2089552208" sldId="288"/>
        </pc:sldMkLst>
      </pc:sldChg>
      <pc:sldChg chg="addSp delSp modSp add mod">
        <pc:chgData name="Carlo Cauli" userId="4bf8de4c-d2f0-4e49-8d15-5ceb4c9a42b8" providerId="ADAL" clId="{E86CBC17-3AB9-4E3E-8082-21BAE8ADB322}" dt="2026-04-10T13:42:40.652" v="14437" actId="20577"/>
        <pc:sldMkLst>
          <pc:docMk/>
          <pc:sldMk cId="3432007982" sldId="288"/>
        </pc:sldMkLst>
        <pc:spChg chg="mod">
          <ac:chgData name="Carlo Cauli" userId="4bf8de4c-d2f0-4e49-8d15-5ceb4c9a42b8" providerId="ADAL" clId="{E86CBC17-3AB9-4E3E-8082-21BAE8ADB322}" dt="2026-04-10T08:39:18.488" v="6551" actId="20577"/>
          <ac:spMkLst>
            <pc:docMk/>
            <pc:sldMk cId="3432007982" sldId="288"/>
            <ac:spMk id="2" creationId="{4F0B2524-7B12-C025-51A8-20F2C941BF58}"/>
          </ac:spMkLst>
        </pc:spChg>
        <pc:spChg chg="add del mod">
          <ac:chgData name="Carlo Cauli" userId="4bf8de4c-d2f0-4e49-8d15-5ceb4c9a42b8" providerId="ADAL" clId="{E86CBC17-3AB9-4E3E-8082-21BAE8ADB322}" dt="2026-04-10T08:43:02.299" v="6759" actId="478"/>
          <ac:spMkLst>
            <pc:docMk/>
            <pc:sldMk cId="3432007982" sldId="288"/>
            <ac:spMk id="3" creationId="{462F9404-7D71-7242-0ED0-36A60C1F81F0}"/>
          </ac:spMkLst>
        </pc:spChg>
        <pc:spChg chg="add del mod">
          <ac:chgData name="Carlo Cauli" userId="4bf8de4c-d2f0-4e49-8d15-5ceb4c9a42b8" providerId="ADAL" clId="{E86CBC17-3AB9-4E3E-8082-21BAE8ADB322}" dt="2026-04-10T12:31:52.371" v="13107" actId="478"/>
          <ac:spMkLst>
            <pc:docMk/>
            <pc:sldMk cId="3432007982" sldId="288"/>
            <ac:spMk id="5" creationId="{1415355B-728D-83C6-E3D2-0FD00BD6AB06}"/>
          </ac:spMkLst>
        </pc:spChg>
        <pc:spChg chg="del">
          <ac:chgData name="Carlo Cauli" userId="4bf8de4c-d2f0-4e49-8d15-5ceb4c9a42b8" providerId="ADAL" clId="{E86CBC17-3AB9-4E3E-8082-21BAE8ADB322}" dt="2026-04-10T08:39:21.703" v="6552" actId="478"/>
          <ac:spMkLst>
            <pc:docMk/>
            <pc:sldMk cId="3432007982" sldId="288"/>
            <ac:spMk id="7" creationId="{0FA014E6-33C4-256D-C0B3-ABE30B2C1A0A}"/>
          </ac:spMkLst>
        </pc:spChg>
        <pc:spChg chg="mod">
          <ac:chgData name="Carlo Cauli" userId="4bf8de4c-d2f0-4e49-8d15-5ceb4c9a42b8" providerId="ADAL" clId="{E86CBC17-3AB9-4E3E-8082-21BAE8ADB322}" dt="2026-04-10T13:42:40.652" v="14437" actId="20577"/>
          <ac:spMkLst>
            <pc:docMk/>
            <pc:sldMk cId="3432007982" sldId="288"/>
            <ac:spMk id="8" creationId="{817D843F-4319-824C-8623-11F8B236E200}"/>
          </ac:spMkLst>
        </pc:spChg>
        <pc:spChg chg="del">
          <ac:chgData name="Carlo Cauli" userId="4bf8de4c-d2f0-4e49-8d15-5ceb4c9a42b8" providerId="ADAL" clId="{E86CBC17-3AB9-4E3E-8082-21BAE8ADB322}" dt="2026-04-10T08:39:23.731" v="6553" actId="478"/>
          <ac:spMkLst>
            <pc:docMk/>
            <pc:sldMk cId="3432007982" sldId="288"/>
            <ac:spMk id="9" creationId="{69BE6E32-9A55-FDD1-7C7C-1D5B6B9B85E2}"/>
          </ac:spMkLst>
        </pc:spChg>
        <pc:spChg chg="del mod">
          <ac:chgData name="Carlo Cauli" userId="4bf8de4c-d2f0-4e49-8d15-5ceb4c9a42b8" providerId="ADAL" clId="{E86CBC17-3AB9-4E3E-8082-21BAE8ADB322}" dt="2026-04-10T08:41:36.610" v="6647" actId="478"/>
          <ac:spMkLst>
            <pc:docMk/>
            <pc:sldMk cId="3432007982" sldId="288"/>
            <ac:spMk id="12" creationId="{B2F452EA-23CD-8CDB-F039-53C7A1BAE800}"/>
          </ac:spMkLst>
        </pc:spChg>
      </pc:sldChg>
      <pc:sldChg chg="addSp delSp modSp add mod">
        <pc:chgData name="Carlo Cauli" userId="4bf8de4c-d2f0-4e49-8d15-5ceb4c9a42b8" providerId="ADAL" clId="{E86CBC17-3AB9-4E3E-8082-21BAE8ADB322}" dt="2026-04-10T17:28:54.526" v="19059" actId="20577"/>
        <pc:sldMkLst>
          <pc:docMk/>
          <pc:sldMk cId="1362602240" sldId="289"/>
        </pc:sldMkLst>
        <pc:spChg chg="mod">
          <ac:chgData name="Carlo Cauli" userId="4bf8de4c-d2f0-4e49-8d15-5ceb4c9a42b8" providerId="ADAL" clId="{E86CBC17-3AB9-4E3E-8082-21BAE8ADB322}" dt="2026-04-10T08:59:29.346" v="7473" actId="5793"/>
          <ac:spMkLst>
            <pc:docMk/>
            <pc:sldMk cId="1362602240" sldId="289"/>
            <ac:spMk id="2" creationId="{82E776B7-10F2-9E0F-3EE0-AEF474C95CF1}"/>
          </ac:spMkLst>
        </pc:spChg>
        <pc:spChg chg="add del mod">
          <ac:chgData name="Carlo Cauli" userId="4bf8de4c-d2f0-4e49-8d15-5ceb4c9a42b8" providerId="ADAL" clId="{E86CBC17-3AB9-4E3E-8082-21BAE8ADB322}" dt="2026-04-10T09:12:36.183" v="7994" actId="478"/>
          <ac:spMkLst>
            <pc:docMk/>
            <pc:sldMk cId="1362602240" sldId="289"/>
            <ac:spMk id="4" creationId="{2887ADCD-AE43-BEC8-1F7B-9E8454DE5E20}"/>
          </ac:spMkLst>
        </pc:spChg>
        <pc:spChg chg="add mod">
          <ac:chgData name="Carlo Cauli" userId="4bf8de4c-d2f0-4e49-8d15-5ceb4c9a42b8" providerId="ADAL" clId="{E86CBC17-3AB9-4E3E-8082-21BAE8ADB322}" dt="2026-04-10T17:19:08.827" v="18437" actId="12"/>
          <ac:spMkLst>
            <pc:docMk/>
            <pc:sldMk cId="1362602240" sldId="289"/>
            <ac:spMk id="5" creationId="{B80462A2-087A-45E8-6E08-B0FAE2E3DC0F}"/>
          </ac:spMkLst>
        </pc:spChg>
        <pc:spChg chg="add mod">
          <ac:chgData name="Carlo Cauli" userId="4bf8de4c-d2f0-4e49-8d15-5ceb4c9a42b8" providerId="ADAL" clId="{E86CBC17-3AB9-4E3E-8082-21BAE8ADB322}" dt="2026-04-10T09:21:53.589" v="8745" actId="1076"/>
          <ac:spMkLst>
            <pc:docMk/>
            <pc:sldMk cId="1362602240" sldId="289"/>
            <ac:spMk id="7" creationId="{1A42AD98-AE18-C75C-BFDD-9A52BB302261}"/>
          </ac:spMkLst>
        </pc:spChg>
        <pc:spChg chg="mod">
          <ac:chgData name="Carlo Cauli" userId="4bf8de4c-d2f0-4e49-8d15-5ceb4c9a42b8" providerId="ADAL" clId="{E86CBC17-3AB9-4E3E-8082-21BAE8ADB322}" dt="2026-04-10T17:28:54.526" v="19059" actId="20577"/>
          <ac:spMkLst>
            <pc:docMk/>
            <pc:sldMk cId="1362602240" sldId="289"/>
            <ac:spMk id="8" creationId="{1EAF052D-216F-B1A5-7A90-59FA5F6B895E}"/>
          </ac:spMkLst>
        </pc:spChg>
        <pc:spChg chg="add del mod">
          <ac:chgData name="Carlo Cauli" userId="4bf8de4c-d2f0-4e49-8d15-5ceb4c9a42b8" providerId="ADAL" clId="{E86CBC17-3AB9-4E3E-8082-21BAE8ADB322}" dt="2026-04-10T10:00:24.395" v="9611" actId="478"/>
          <ac:spMkLst>
            <pc:docMk/>
            <pc:sldMk cId="1362602240" sldId="289"/>
            <ac:spMk id="10" creationId="{E12CFA77-350B-ABDA-7959-4077AE6FC9E6}"/>
          </ac:spMkLst>
        </pc:spChg>
        <pc:picChg chg="del">
          <ac:chgData name="Carlo Cauli" userId="4bf8de4c-d2f0-4e49-8d15-5ceb4c9a42b8" providerId="ADAL" clId="{E86CBC17-3AB9-4E3E-8082-21BAE8ADB322}" dt="2026-04-10T08:59:15.308" v="7448" actId="478"/>
          <ac:picMkLst>
            <pc:docMk/>
            <pc:sldMk cId="1362602240" sldId="289"/>
            <ac:picMk id="6" creationId="{9B789830-8BEB-8B43-6BC9-B15E0AACD568}"/>
          </ac:picMkLst>
        </pc:picChg>
      </pc:sldChg>
      <pc:sldChg chg="addSp delSp modSp add mod">
        <pc:chgData name="Carlo Cauli" userId="4bf8de4c-d2f0-4e49-8d15-5ceb4c9a42b8" providerId="ADAL" clId="{E86CBC17-3AB9-4E3E-8082-21BAE8ADB322}" dt="2026-04-10T17:55:01.824" v="19905" actId="20577"/>
        <pc:sldMkLst>
          <pc:docMk/>
          <pc:sldMk cId="76945529" sldId="290"/>
        </pc:sldMkLst>
        <pc:spChg chg="mod">
          <ac:chgData name="Carlo Cauli" userId="4bf8de4c-d2f0-4e49-8d15-5ceb4c9a42b8" providerId="ADAL" clId="{E86CBC17-3AB9-4E3E-8082-21BAE8ADB322}" dt="2026-04-10T13:05:09.579" v="14238" actId="20577"/>
          <ac:spMkLst>
            <pc:docMk/>
            <pc:sldMk cId="76945529" sldId="290"/>
            <ac:spMk id="2" creationId="{8911FC7F-575A-2346-63E1-7AAEF34802C9}"/>
          </ac:spMkLst>
        </pc:spChg>
        <pc:spChg chg="add del mod">
          <ac:chgData name="Carlo Cauli" userId="4bf8de4c-d2f0-4e49-8d15-5ceb4c9a42b8" providerId="ADAL" clId="{E86CBC17-3AB9-4E3E-8082-21BAE8ADB322}" dt="2026-04-10T12:40:59.762" v="13573" actId="478"/>
          <ac:spMkLst>
            <pc:docMk/>
            <pc:sldMk cId="76945529" sldId="290"/>
            <ac:spMk id="4" creationId="{B143B56D-C930-88BC-256F-AD6198DD9D42}"/>
          </ac:spMkLst>
        </pc:spChg>
        <pc:spChg chg="mod">
          <ac:chgData name="Carlo Cauli" userId="4bf8de4c-d2f0-4e49-8d15-5ceb4c9a42b8" providerId="ADAL" clId="{E86CBC17-3AB9-4E3E-8082-21BAE8ADB322}" dt="2026-04-10T17:55:01.824" v="19905" actId="20577"/>
          <ac:spMkLst>
            <pc:docMk/>
            <pc:sldMk cId="76945529" sldId="290"/>
            <ac:spMk id="8" creationId="{7FD27F8D-239F-053E-7FF2-B5B92CD22CA4}"/>
          </ac:spMkLst>
        </pc:spChg>
      </pc:sldChg>
      <pc:sldChg chg="addSp delSp modSp add mod">
        <pc:chgData name="Carlo Cauli" userId="4bf8de4c-d2f0-4e49-8d15-5ceb4c9a42b8" providerId="ADAL" clId="{E86CBC17-3AB9-4E3E-8082-21BAE8ADB322}" dt="2026-04-10T10:47:12.197" v="10907" actId="20577"/>
        <pc:sldMkLst>
          <pc:docMk/>
          <pc:sldMk cId="540492781" sldId="291"/>
        </pc:sldMkLst>
        <pc:spChg chg="mod">
          <ac:chgData name="Carlo Cauli" userId="4bf8de4c-d2f0-4e49-8d15-5ceb4c9a42b8" providerId="ADAL" clId="{E86CBC17-3AB9-4E3E-8082-21BAE8ADB322}" dt="2026-04-10T10:47:12.197" v="10907" actId="20577"/>
          <ac:spMkLst>
            <pc:docMk/>
            <pc:sldMk cId="540492781" sldId="291"/>
            <ac:spMk id="2" creationId="{A6AC49EF-61C9-5268-864C-98E6833FD848}"/>
          </ac:spMkLst>
        </pc:spChg>
        <pc:spChg chg="del">
          <ac:chgData name="Carlo Cauli" userId="4bf8de4c-d2f0-4e49-8d15-5ceb4c9a42b8" providerId="ADAL" clId="{E86CBC17-3AB9-4E3E-8082-21BAE8ADB322}" dt="2026-04-10T10:35:52.691" v="10672" actId="478"/>
          <ac:spMkLst>
            <pc:docMk/>
            <pc:sldMk cId="540492781" sldId="291"/>
            <ac:spMk id="5" creationId="{4A3E1F7C-2A7B-63FB-AD85-B0E4EAB8D1A4}"/>
          </ac:spMkLst>
        </pc:spChg>
        <pc:spChg chg="del">
          <ac:chgData name="Carlo Cauli" userId="4bf8de4c-d2f0-4e49-8d15-5ceb4c9a42b8" providerId="ADAL" clId="{E86CBC17-3AB9-4E3E-8082-21BAE8ADB322}" dt="2026-04-10T10:35:52.691" v="10672" actId="478"/>
          <ac:spMkLst>
            <pc:docMk/>
            <pc:sldMk cId="540492781" sldId="291"/>
            <ac:spMk id="7" creationId="{A3DC0BBD-4CF0-EAFA-F71E-34AC4CE86A73}"/>
          </ac:spMkLst>
        </pc:spChg>
        <pc:spChg chg="del mod">
          <ac:chgData name="Carlo Cauli" userId="4bf8de4c-d2f0-4e49-8d15-5ceb4c9a42b8" providerId="ADAL" clId="{E86CBC17-3AB9-4E3E-8082-21BAE8ADB322}" dt="2026-04-10T10:44:20.832" v="10798" actId="478"/>
          <ac:spMkLst>
            <pc:docMk/>
            <pc:sldMk cId="540492781" sldId="291"/>
            <ac:spMk id="8" creationId="{C5A8347C-74D7-ECA5-D1AB-BF467FA82FBC}"/>
          </ac:spMkLst>
        </pc:spChg>
        <pc:picChg chg="add mod">
          <ac:chgData name="Carlo Cauli" userId="4bf8de4c-d2f0-4e49-8d15-5ceb4c9a42b8" providerId="ADAL" clId="{E86CBC17-3AB9-4E3E-8082-21BAE8ADB322}" dt="2026-04-10T10:44:44.303" v="10800" actId="1076"/>
          <ac:picMkLst>
            <pc:docMk/>
            <pc:sldMk cId="540492781" sldId="291"/>
            <ac:picMk id="4" creationId="{C56F7BC9-1584-F200-5D53-572E73330A1E}"/>
          </ac:picMkLst>
        </pc:picChg>
      </pc:sldChg>
      <pc:sldChg chg="addSp delSp modSp add mod ord modShow">
        <pc:chgData name="Carlo Cauli" userId="4bf8de4c-d2f0-4e49-8d15-5ceb4c9a42b8" providerId="ADAL" clId="{E86CBC17-3AB9-4E3E-8082-21BAE8ADB322}" dt="2026-04-10T14:51:43.631" v="16916" actId="465"/>
        <pc:sldMkLst>
          <pc:docMk/>
          <pc:sldMk cId="4122253092" sldId="292"/>
        </pc:sldMkLst>
        <pc:spChg chg="mod">
          <ac:chgData name="Carlo Cauli" userId="4bf8de4c-d2f0-4e49-8d15-5ceb4c9a42b8" providerId="ADAL" clId="{E86CBC17-3AB9-4E3E-8082-21BAE8ADB322}" dt="2026-04-10T10:47:39.108" v="10933" actId="20577"/>
          <ac:spMkLst>
            <pc:docMk/>
            <pc:sldMk cId="4122253092" sldId="292"/>
            <ac:spMk id="2" creationId="{D09CB4DA-57D1-C250-4635-97180F244D3D}"/>
          </ac:spMkLst>
        </pc:spChg>
        <pc:spChg chg="add del mod">
          <ac:chgData name="Carlo Cauli" userId="4bf8de4c-d2f0-4e49-8d15-5ceb4c9a42b8" providerId="ADAL" clId="{E86CBC17-3AB9-4E3E-8082-21BAE8ADB322}" dt="2026-04-10T11:07:52.651" v="11594" actId="478"/>
          <ac:spMkLst>
            <pc:docMk/>
            <pc:sldMk cId="4122253092" sldId="292"/>
            <ac:spMk id="4" creationId="{15EFC62D-68F5-D456-7E23-C2F30055F37F}"/>
          </ac:spMkLst>
        </pc:spChg>
        <pc:spChg chg="add del mod">
          <ac:chgData name="Carlo Cauli" userId="4bf8de4c-d2f0-4e49-8d15-5ceb4c9a42b8" providerId="ADAL" clId="{E86CBC17-3AB9-4E3E-8082-21BAE8ADB322}" dt="2026-04-10T10:46:24.357" v="10875" actId="478"/>
          <ac:spMkLst>
            <pc:docMk/>
            <pc:sldMk cId="4122253092" sldId="292"/>
            <ac:spMk id="5" creationId="{8C44CF60-511F-082C-CC6B-71DB9ED73E87}"/>
          </ac:spMkLst>
        </pc:spChg>
        <pc:spChg chg="add del mod">
          <ac:chgData name="Carlo Cauli" userId="4bf8de4c-d2f0-4e49-8d15-5ceb4c9a42b8" providerId="ADAL" clId="{E86CBC17-3AB9-4E3E-8082-21BAE8ADB322}" dt="2026-04-10T11:13:38.822" v="11730" actId="478"/>
          <ac:spMkLst>
            <pc:docMk/>
            <pc:sldMk cId="4122253092" sldId="292"/>
            <ac:spMk id="7" creationId="{407D50C7-F0CA-CC81-85F2-1ABC99A9935A}"/>
          </ac:spMkLst>
        </pc:spChg>
        <pc:spChg chg="mod">
          <ac:chgData name="Carlo Cauli" userId="4bf8de4c-d2f0-4e49-8d15-5ceb4c9a42b8" providerId="ADAL" clId="{E86CBC17-3AB9-4E3E-8082-21BAE8ADB322}" dt="2026-04-10T14:51:43.631" v="16916" actId="465"/>
          <ac:spMkLst>
            <pc:docMk/>
            <pc:sldMk cId="4122253092" sldId="292"/>
            <ac:spMk id="8" creationId="{C08A7013-75E7-557B-D381-61F534471A07}"/>
          </ac:spMkLst>
        </pc:spChg>
        <pc:spChg chg="add del mod">
          <ac:chgData name="Carlo Cauli" userId="4bf8de4c-d2f0-4e49-8d15-5ceb4c9a42b8" providerId="ADAL" clId="{E86CBC17-3AB9-4E3E-8082-21BAE8ADB322}" dt="2026-04-10T10:49:35.803" v="10948" actId="478"/>
          <ac:spMkLst>
            <pc:docMk/>
            <pc:sldMk cId="4122253092" sldId="292"/>
            <ac:spMk id="10" creationId="{11F3CE5D-F2BA-B6D4-050F-5510461572C9}"/>
          </ac:spMkLst>
        </pc:spChg>
        <pc:spChg chg="add del mod">
          <ac:chgData name="Carlo Cauli" userId="4bf8de4c-d2f0-4e49-8d15-5ceb4c9a42b8" providerId="ADAL" clId="{E86CBC17-3AB9-4E3E-8082-21BAE8ADB322}" dt="2026-04-10T11:07:09.832" v="11552" actId="478"/>
          <ac:spMkLst>
            <pc:docMk/>
            <pc:sldMk cId="4122253092" sldId="292"/>
            <ac:spMk id="12" creationId="{2B6261E6-9A25-9739-DF56-45BBF5D538DB}"/>
          </ac:spMkLst>
        </pc:spChg>
        <pc:spChg chg="add mod">
          <ac:chgData name="Carlo Cauli" userId="4bf8de4c-d2f0-4e49-8d15-5ceb4c9a42b8" providerId="ADAL" clId="{E86CBC17-3AB9-4E3E-8082-21BAE8ADB322}" dt="2026-04-10T14:51:43.631" v="16916" actId="465"/>
          <ac:spMkLst>
            <pc:docMk/>
            <pc:sldMk cId="4122253092" sldId="292"/>
            <ac:spMk id="13" creationId="{A5DA95C2-81AE-3F10-1044-6C4FB57EA13C}"/>
          </ac:spMkLst>
        </pc:spChg>
        <pc:spChg chg="add del mod">
          <ac:chgData name="Carlo Cauli" userId="4bf8de4c-d2f0-4e49-8d15-5ceb4c9a42b8" providerId="ADAL" clId="{E86CBC17-3AB9-4E3E-8082-21BAE8ADB322}" dt="2026-04-10T11:23:53.771" v="12149" actId="478"/>
          <ac:spMkLst>
            <pc:docMk/>
            <pc:sldMk cId="4122253092" sldId="292"/>
            <ac:spMk id="15" creationId="{370AE32D-81FB-F7DB-384B-97F23AB11CEA}"/>
          </ac:spMkLst>
        </pc:spChg>
        <pc:spChg chg="add del mod">
          <ac:chgData name="Carlo Cauli" userId="4bf8de4c-d2f0-4e49-8d15-5ceb4c9a42b8" providerId="ADAL" clId="{E86CBC17-3AB9-4E3E-8082-21BAE8ADB322}" dt="2026-04-10T11:20:41.577" v="11992" actId="478"/>
          <ac:spMkLst>
            <pc:docMk/>
            <pc:sldMk cId="4122253092" sldId="292"/>
            <ac:spMk id="17" creationId="{59DB9D10-FD73-8E8E-73F9-6941BF014BBC}"/>
          </ac:spMkLst>
        </pc:spChg>
        <pc:spChg chg="add del mod">
          <ac:chgData name="Carlo Cauli" userId="4bf8de4c-d2f0-4e49-8d15-5ceb4c9a42b8" providerId="ADAL" clId="{E86CBC17-3AB9-4E3E-8082-21BAE8ADB322}" dt="2026-04-10T11:34:23.309" v="12432" actId="478"/>
          <ac:spMkLst>
            <pc:docMk/>
            <pc:sldMk cId="4122253092" sldId="292"/>
            <ac:spMk id="19" creationId="{DD8E383B-FEE9-56D4-E027-449C4F8F7531}"/>
          </ac:spMkLst>
        </pc:spChg>
        <pc:spChg chg="add mod">
          <ac:chgData name="Carlo Cauli" userId="4bf8de4c-d2f0-4e49-8d15-5ceb4c9a42b8" providerId="ADAL" clId="{E86CBC17-3AB9-4E3E-8082-21BAE8ADB322}" dt="2026-04-10T14:51:43.631" v="16916" actId="465"/>
          <ac:spMkLst>
            <pc:docMk/>
            <pc:sldMk cId="4122253092" sldId="292"/>
            <ac:spMk id="20" creationId="{374C73D5-C045-3599-8C49-7AFD392A368D}"/>
          </ac:spMkLst>
        </pc:spChg>
        <pc:spChg chg="add del mod">
          <ac:chgData name="Carlo Cauli" userId="4bf8de4c-d2f0-4e49-8d15-5ceb4c9a42b8" providerId="ADAL" clId="{E86CBC17-3AB9-4E3E-8082-21BAE8ADB322}" dt="2026-04-10T11:38:20.028" v="12605" actId="478"/>
          <ac:spMkLst>
            <pc:docMk/>
            <pc:sldMk cId="4122253092" sldId="292"/>
            <ac:spMk id="22" creationId="{820E84E8-546D-9B2D-A0E8-7BCF2D85A3C2}"/>
          </ac:spMkLst>
        </pc:spChg>
        <pc:spChg chg="add del mod">
          <ac:chgData name="Carlo Cauli" userId="4bf8de4c-d2f0-4e49-8d15-5ceb4c9a42b8" providerId="ADAL" clId="{E86CBC17-3AB9-4E3E-8082-21BAE8ADB322}" dt="2026-04-10T11:39:55.129" v="12791" actId="478"/>
          <ac:spMkLst>
            <pc:docMk/>
            <pc:sldMk cId="4122253092" sldId="292"/>
            <ac:spMk id="24" creationId="{9A8AF08E-2A99-70D2-0D97-73FE43B65175}"/>
          </ac:spMkLst>
        </pc:spChg>
        <pc:spChg chg="add del mod">
          <ac:chgData name="Carlo Cauli" userId="4bf8de4c-d2f0-4e49-8d15-5ceb4c9a42b8" providerId="ADAL" clId="{E86CBC17-3AB9-4E3E-8082-21BAE8ADB322}" dt="2026-04-10T11:43:27.540" v="12944" actId="478"/>
          <ac:spMkLst>
            <pc:docMk/>
            <pc:sldMk cId="4122253092" sldId="292"/>
            <ac:spMk id="26" creationId="{036AA946-8083-ECC7-6E7C-DD0122ED92BE}"/>
          </ac:spMkLst>
        </pc:spChg>
      </pc:sldChg>
      <pc:sldChg chg="addSp delSp modSp add mod ord modShow">
        <pc:chgData name="Carlo Cauli" userId="4bf8de4c-d2f0-4e49-8d15-5ceb4c9a42b8" providerId="ADAL" clId="{E86CBC17-3AB9-4E3E-8082-21BAE8ADB322}" dt="2026-04-10T15:01:35.870" v="17625" actId="20577"/>
        <pc:sldMkLst>
          <pc:docMk/>
          <pc:sldMk cId="3376511718" sldId="293"/>
        </pc:sldMkLst>
        <pc:spChg chg="mod">
          <ac:chgData name="Carlo Cauli" userId="4bf8de4c-d2f0-4e49-8d15-5ceb4c9a42b8" providerId="ADAL" clId="{E86CBC17-3AB9-4E3E-8082-21BAE8ADB322}" dt="2026-04-10T10:47:43.875" v="10937" actId="20577"/>
          <ac:spMkLst>
            <pc:docMk/>
            <pc:sldMk cId="3376511718" sldId="293"/>
            <ac:spMk id="2" creationId="{085FC499-1312-2C28-FD8B-1CCE4CE639AE}"/>
          </ac:spMkLst>
        </pc:spChg>
        <pc:spChg chg="add del mod">
          <ac:chgData name="Carlo Cauli" userId="4bf8de4c-d2f0-4e49-8d15-5ceb4c9a42b8" providerId="ADAL" clId="{E86CBC17-3AB9-4E3E-8082-21BAE8ADB322}" dt="2026-04-10T13:55:39.795" v="15005" actId="478"/>
          <ac:spMkLst>
            <pc:docMk/>
            <pc:sldMk cId="3376511718" sldId="293"/>
            <ac:spMk id="3" creationId="{12C82C2D-07B2-4A66-3D0B-EA4896E13CE7}"/>
          </ac:spMkLst>
        </pc:spChg>
        <pc:spChg chg="add del mod">
          <ac:chgData name="Carlo Cauli" userId="4bf8de4c-d2f0-4e49-8d15-5ceb4c9a42b8" providerId="ADAL" clId="{E86CBC17-3AB9-4E3E-8082-21BAE8ADB322}" dt="2026-04-10T13:15:24.497" v="14286" actId="478"/>
          <ac:spMkLst>
            <pc:docMk/>
            <pc:sldMk cId="3376511718" sldId="293"/>
            <ac:spMk id="5" creationId="{4A782B1F-64F6-F2C0-8A93-3702C2DC43CD}"/>
          </ac:spMkLst>
        </pc:spChg>
        <pc:spChg chg="add del mod">
          <ac:chgData name="Carlo Cauli" userId="4bf8de4c-d2f0-4e49-8d15-5ceb4c9a42b8" providerId="ADAL" clId="{E86CBC17-3AB9-4E3E-8082-21BAE8ADB322}" dt="2026-04-10T14:08:52.553" v="15604" actId="478"/>
          <ac:spMkLst>
            <pc:docMk/>
            <pc:sldMk cId="3376511718" sldId="293"/>
            <ac:spMk id="5" creationId="{C48B3992-CC77-0419-BD40-42BBD6B95728}"/>
          </ac:spMkLst>
        </pc:spChg>
        <pc:spChg chg="add mod">
          <ac:chgData name="Carlo Cauli" userId="4bf8de4c-d2f0-4e49-8d15-5ceb4c9a42b8" providerId="ADAL" clId="{E86CBC17-3AB9-4E3E-8082-21BAE8ADB322}" dt="2026-04-10T14:41:57.345" v="16675" actId="465"/>
          <ac:spMkLst>
            <pc:docMk/>
            <pc:sldMk cId="3376511718" sldId="293"/>
            <ac:spMk id="6" creationId="{4BEA260D-8103-BEA2-D4E9-A3ADE99EF73F}"/>
          </ac:spMkLst>
        </pc:spChg>
        <pc:spChg chg="add del mod">
          <ac:chgData name="Carlo Cauli" userId="4bf8de4c-d2f0-4e49-8d15-5ceb4c9a42b8" providerId="ADAL" clId="{E86CBC17-3AB9-4E3E-8082-21BAE8ADB322}" dt="2026-04-10T14:14:21.380" v="15707" actId="478"/>
          <ac:spMkLst>
            <pc:docMk/>
            <pc:sldMk cId="3376511718" sldId="293"/>
            <ac:spMk id="7" creationId="{B64FF4C1-FC21-9B00-9980-DC67F6880E8E}"/>
          </ac:spMkLst>
        </pc:spChg>
        <pc:spChg chg="del">
          <ac:chgData name="Carlo Cauli" userId="4bf8de4c-d2f0-4e49-8d15-5ceb4c9a42b8" providerId="ADAL" clId="{E86CBC17-3AB9-4E3E-8082-21BAE8ADB322}" dt="2026-04-10T11:43:53.064" v="12946" actId="478"/>
          <ac:spMkLst>
            <pc:docMk/>
            <pc:sldMk cId="3376511718" sldId="293"/>
            <ac:spMk id="8" creationId="{B9121C48-247C-8B23-AC7D-FA8F007FF7B2}"/>
          </ac:spMkLst>
        </pc:spChg>
        <pc:spChg chg="add del mod">
          <ac:chgData name="Carlo Cauli" userId="4bf8de4c-d2f0-4e49-8d15-5ceb4c9a42b8" providerId="ADAL" clId="{E86CBC17-3AB9-4E3E-8082-21BAE8ADB322}" dt="2026-04-10T14:12:06.339" v="15643" actId="478"/>
          <ac:spMkLst>
            <pc:docMk/>
            <pc:sldMk cId="3376511718" sldId="293"/>
            <ac:spMk id="9" creationId="{A23A2E75-591B-FE1B-F396-7A57F98FDFF7}"/>
          </ac:spMkLst>
        </pc:spChg>
        <pc:spChg chg="add mod">
          <ac:chgData name="Carlo Cauli" userId="4bf8de4c-d2f0-4e49-8d15-5ceb4c9a42b8" providerId="ADAL" clId="{E86CBC17-3AB9-4E3E-8082-21BAE8ADB322}" dt="2026-04-10T14:41:57.345" v="16675" actId="465"/>
          <ac:spMkLst>
            <pc:docMk/>
            <pc:sldMk cId="3376511718" sldId="293"/>
            <ac:spMk id="10" creationId="{2792F9FD-C09C-2AC8-1F6D-542EFB44C325}"/>
          </ac:spMkLst>
        </pc:spChg>
        <pc:spChg chg="add del mod">
          <ac:chgData name="Carlo Cauli" userId="4bf8de4c-d2f0-4e49-8d15-5ceb4c9a42b8" providerId="ADAL" clId="{E86CBC17-3AB9-4E3E-8082-21BAE8ADB322}" dt="2026-04-10T13:15:24.497" v="14286" actId="478"/>
          <ac:spMkLst>
            <pc:docMk/>
            <pc:sldMk cId="3376511718" sldId="293"/>
            <ac:spMk id="10" creationId="{56665046-99CB-1357-01A6-898C883347A9}"/>
          </ac:spMkLst>
        </pc:spChg>
        <pc:spChg chg="add del mod">
          <ac:chgData name="Carlo Cauli" userId="4bf8de4c-d2f0-4e49-8d15-5ceb4c9a42b8" providerId="ADAL" clId="{E86CBC17-3AB9-4E3E-8082-21BAE8ADB322}" dt="2026-04-10T14:13:42.781" v="15702" actId="478"/>
          <ac:spMkLst>
            <pc:docMk/>
            <pc:sldMk cId="3376511718" sldId="293"/>
            <ac:spMk id="12" creationId="{9AD459C2-426B-7C07-E2F6-8D4B7E0C4434}"/>
          </ac:spMkLst>
        </pc:spChg>
        <pc:spChg chg="add del mod">
          <ac:chgData name="Carlo Cauli" userId="4bf8de4c-d2f0-4e49-8d15-5ceb4c9a42b8" providerId="ADAL" clId="{E86CBC17-3AB9-4E3E-8082-21BAE8ADB322}" dt="2026-04-10T14:31:16.245" v="16123" actId="478"/>
          <ac:spMkLst>
            <pc:docMk/>
            <pc:sldMk cId="3376511718" sldId="293"/>
            <ac:spMk id="14" creationId="{A98AAD48-1E9C-D9AD-C0A4-274BFACD7571}"/>
          </ac:spMkLst>
        </pc:spChg>
        <pc:spChg chg="add del mod">
          <ac:chgData name="Carlo Cauli" userId="4bf8de4c-d2f0-4e49-8d15-5ceb4c9a42b8" providerId="ADAL" clId="{E86CBC17-3AB9-4E3E-8082-21BAE8ADB322}" dt="2026-04-10T14:32:32.598" v="16127" actId="478"/>
          <ac:spMkLst>
            <pc:docMk/>
            <pc:sldMk cId="3376511718" sldId="293"/>
            <ac:spMk id="16" creationId="{1F1967F6-2AEF-9FBE-BBA5-C6057F64C8E6}"/>
          </ac:spMkLst>
        </pc:spChg>
        <pc:spChg chg="add del mod">
          <ac:chgData name="Carlo Cauli" userId="4bf8de4c-d2f0-4e49-8d15-5ceb4c9a42b8" providerId="ADAL" clId="{E86CBC17-3AB9-4E3E-8082-21BAE8ADB322}" dt="2026-04-10T14:30:29.782" v="16115" actId="478"/>
          <ac:spMkLst>
            <pc:docMk/>
            <pc:sldMk cId="3376511718" sldId="293"/>
            <ac:spMk id="18" creationId="{EB3013A4-463D-C410-2E5A-AD2420F33C22}"/>
          </ac:spMkLst>
        </pc:spChg>
        <pc:spChg chg="add del mod">
          <ac:chgData name="Carlo Cauli" userId="4bf8de4c-d2f0-4e49-8d15-5ceb4c9a42b8" providerId="ADAL" clId="{E86CBC17-3AB9-4E3E-8082-21BAE8ADB322}" dt="2026-04-10T15:01:35.870" v="17625" actId="20577"/>
          <ac:spMkLst>
            <pc:docMk/>
            <pc:sldMk cId="3376511718" sldId="293"/>
            <ac:spMk id="19" creationId="{FEFA46CA-D661-2FB9-FC59-F17EEF2F73A6}"/>
          </ac:spMkLst>
        </pc:spChg>
        <pc:spChg chg="add del mod">
          <ac:chgData name="Carlo Cauli" userId="4bf8de4c-d2f0-4e49-8d15-5ceb4c9a42b8" providerId="ADAL" clId="{E86CBC17-3AB9-4E3E-8082-21BAE8ADB322}" dt="2026-04-10T14:33:21.298" v="16152" actId="478"/>
          <ac:spMkLst>
            <pc:docMk/>
            <pc:sldMk cId="3376511718" sldId="293"/>
            <ac:spMk id="21" creationId="{656F2FDE-CDF5-F140-4A8D-08C9295667B3}"/>
          </ac:spMkLst>
        </pc:spChg>
        <pc:spChg chg="add del mod">
          <ac:chgData name="Carlo Cauli" userId="4bf8de4c-d2f0-4e49-8d15-5ceb4c9a42b8" providerId="ADAL" clId="{E86CBC17-3AB9-4E3E-8082-21BAE8ADB322}" dt="2026-04-10T14:38:38.364" v="16599" actId="478"/>
          <ac:spMkLst>
            <pc:docMk/>
            <pc:sldMk cId="3376511718" sldId="293"/>
            <ac:spMk id="23" creationId="{F58DCA77-ECCB-D9FF-01AE-BF5B4975261F}"/>
          </ac:spMkLst>
        </pc:spChg>
        <pc:spChg chg="add del mod">
          <ac:chgData name="Carlo Cauli" userId="4bf8de4c-d2f0-4e49-8d15-5ceb4c9a42b8" providerId="ADAL" clId="{E86CBC17-3AB9-4E3E-8082-21BAE8ADB322}" dt="2026-04-10T14:41:17.670" v="16666" actId="478"/>
          <ac:spMkLst>
            <pc:docMk/>
            <pc:sldMk cId="3376511718" sldId="293"/>
            <ac:spMk id="25" creationId="{CFA1D7A6-CFF3-D0B7-0F18-0270149C9CCA}"/>
          </ac:spMkLst>
        </pc:spChg>
      </pc:sldChg>
      <pc:sldChg chg="addSp delSp modSp add mod ord modShow">
        <pc:chgData name="Carlo Cauli" userId="4bf8de4c-d2f0-4e49-8d15-5ceb4c9a42b8" providerId="ADAL" clId="{E86CBC17-3AB9-4E3E-8082-21BAE8ADB322}" dt="2026-04-10T15:14:49.493" v="18309" actId="465"/>
        <pc:sldMkLst>
          <pc:docMk/>
          <pc:sldMk cId="1204360541" sldId="294"/>
        </pc:sldMkLst>
        <pc:spChg chg="mod">
          <ac:chgData name="Carlo Cauli" userId="4bf8de4c-d2f0-4e49-8d15-5ceb4c9a42b8" providerId="ADAL" clId="{E86CBC17-3AB9-4E3E-8082-21BAE8ADB322}" dt="2026-04-10T10:47:47.775" v="10939" actId="20577"/>
          <ac:spMkLst>
            <pc:docMk/>
            <pc:sldMk cId="1204360541" sldId="294"/>
            <ac:spMk id="2" creationId="{BDC896FD-DED6-D058-C481-26B2B1CBEBB2}"/>
          </ac:spMkLst>
        </pc:spChg>
        <pc:spChg chg="add mod">
          <ac:chgData name="Carlo Cauli" userId="4bf8de4c-d2f0-4e49-8d15-5ceb4c9a42b8" providerId="ADAL" clId="{E86CBC17-3AB9-4E3E-8082-21BAE8ADB322}" dt="2026-04-10T15:14:49.493" v="18309" actId="465"/>
          <ac:spMkLst>
            <pc:docMk/>
            <pc:sldMk cId="1204360541" sldId="294"/>
            <ac:spMk id="3" creationId="{567103C6-A612-FB78-264E-074604D4E499}"/>
          </ac:spMkLst>
        </pc:spChg>
        <pc:spChg chg="add mod">
          <ac:chgData name="Carlo Cauli" userId="4bf8de4c-d2f0-4e49-8d15-5ceb4c9a42b8" providerId="ADAL" clId="{E86CBC17-3AB9-4E3E-8082-21BAE8ADB322}" dt="2026-04-10T15:14:49.493" v="18309" actId="465"/>
          <ac:spMkLst>
            <pc:docMk/>
            <pc:sldMk cId="1204360541" sldId="294"/>
            <ac:spMk id="4" creationId="{CE38F755-3FB3-8A02-6D3A-E3A28BB51EA4}"/>
          </ac:spMkLst>
        </pc:spChg>
        <pc:spChg chg="add mod">
          <ac:chgData name="Carlo Cauli" userId="4bf8de4c-d2f0-4e49-8d15-5ceb4c9a42b8" providerId="ADAL" clId="{E86CBC17-3AB9-4E3E-8082-21BAE8ADB322}" dt="2026-04-10T15:14:49.493" v="18309" actId="465"/>
          <ac:spMkLst>
            <pc:docMk/>
            <pc:sldMk cId="1204360541" sldId="294"/>
            <ac:spMk id="5" creationId="{BDAA124E-1F60-19E0-1AA9-953356C71854}"/>
          </ac:spMkLst>
        </pc:spChg>
        <pc:spChg chg="add del mod">
          <ac:chgData name="Carlo Cauli" userId="4bf8de4c-d2f0-4e49-8d15-5ceb4c9a42b8" providerId="ADAL" clId="{E86CBC17-3AB9-4E3E-8082-21BAE8ADB322}" dt="2026-04-10T14:52:35.150" v="16980" actId="478"/>
          <ac:spMkLst>
            <pc:docMk/>
            <pc:sldMk cId="1204360541" sldId="294"/>
            <ac:spMk id="7" creationId="{8FCA08AC-C909-D53E-483D-7E2B4111D765}"/>
          </ac:spMkLst>
        </pc:spChg>
        <pc:spChg chg="del mod">
          <ac:chgData name="Carlo Cauli" userId="4bf8de4c-d2f0-4e49-8d15-5ceb4c9a42b8" providerId="ADAL" clId="{E86CBC17-3AB9-4E3E-8082-21BAE8ADB322}" dt="2026-04-10T11:44:28.100" v="12975" actId="478"/>
          <ac:spMkLst>
            <pc:docMk/>
            <pc:sldMk cId="1204360541" sldId="294"/>
            <ac:spMk id="8" creationId="{E2F44BE3-66A7-5C97-AB48-3652DB36CF90}"/>
          </ac:spMkLst>
        </pc:spChg>
        <pc:spChg chg="add del mod">
          <ac:chgData name="Carlo Cauli" userId="4bf8de4c-d2f0-4e49-8d15-5ceb4c9a42b8" providerId="ADAL" clId="{E86CBC17-3AB9-4E3E-8082-21BAE8ADB322}" dt="2026-04-10T14:57:32.773" v="17478" actId="478"/>
          <ac:spMkLst>
            <pc:docMk/>
            <pc:sldMk cId="1204360541" sldId="294"/>
            <ac:spMk id="9" creationId="{81321524-7AFD-B93E-E573-91E8C98CBBA4}"/>
          </ac:spMkLst>
        </pc:spChg>
        <pc:spChg chg="add del mod">
          <ac:chgData name="Carlo Cauli" userId="4bf8de4c-d2f0-4e49-8d15-5ceb4c9a42b8" providerId="ADAL" clId="{E86CBC17-3AB9-4E3E-8082-21BAE8ADB322}" dt="2026-04-10T15:08:24.863" v="18065" actId="478"/>
          <ac:spMkLst>
            <pc:docMk/>
            <pc:sldMk cId="1204360541" sldId="294"/>
            <ac:spMk id="11" creationId="{11B63A8D-215A-5F35-0833-5061F6264DD9}"/>
          </ac:spMkLst>
        </pc:spChg>
        <pc:spChg chg="add del mod">
          <ac:chgData name="Carlo Cauli" userId="4bf8de4c-d2f0-4e49-8d15-5ceb4c9a42b8" providerId="ADAL" clId="{E86CBC17-3AB9-4E3E-8082-21BAE8ADB322}" dt="2026-04-10T15:14:20.635" v="18262" actId="478"/>
          <ac:spMkLst>
            <pc:docMk/>
            <pc:sldMk cId="1204360541" sldId="294"/>
            <ac:spMk id="12" creationId="{A131DD17-F1F9-BB10-2352-E7D7435DCECD}"/>
          </ac:spMkLst>
        </pc:spChg>
        <pc:spChg chg="add del mod">
          <ac:chgData name="Carlo Cauli" userId="4bf8de4c-d2f0-4e49-8d15-5ceb4c9a42b8" providerId="ADAL" clId="{E86CBC17-3AB9-4E3E-8082-21BAE8ADB322}" dt="2026-04-10T15:10:11.181" v="18076" actId="478"/>
          <ac:spMkLst>
            <pc:docMk/>
            <pc:sldMk cId="1204360541" sldId="294"/>
            <ac:spMk id="14" creationId="{1530D67E-5A2A-0474-8CC4-10980F7C35F3}"/>
          </ac:spMkLst>
        </pc:spChg>
        <pc:spChg chg="add del mod">
          <ac:chgData name="Carlo Cauli" userId="4bf8de4c-d2f0-4e49-8d15-5ceb4c9a42b8" providerId="ADAL" clId="{E86CBC17-3AB9-4E3E-8082-21BAE8ADB322}" dt="2026-04-10T15:13:59.286" v="18258" actId="478"/>
          <ac:spMkLst>
            <pc:docMk/>
            <pc:sldMk cId="1204360541" sldId="294"/>
            <ac:spMk id="16" creationId="{799AC591-C805-D98D-39F8-871478C7A8F9}"/>
          </ac:spMkLst>
        </pc:spChg>
      </pc:sldChg>
      <pc:sldChg chg="addSp delSp modSp add mod">
        <pc:chgData name="Carlo Cauli" userId="4bf8de4c-d2f0-4e49-8d15-5ceb4c9a42b8" providerId="ADAL" clId="{E86CBC17-3AB9-4E3E-8082-21BAE8ADB322}" dt="2026-04-10T15:23:54.234" v="18364" actId="20577"/>
        <pc:sldMkLst>
          <pc:docMk/>
          <pc:sldMk cId="4269007606" sldId="295"/>
        </pc:sldMkLst>
        <pc:spChg chg="mod">
          <ac:chgData name="Carlo Cauli" userId="4bf8de4c-d2f0-4e49-8d15-5ceb4c9a42b8" providerId="ADAL" clId="{E86CBC17-3AB9-4E3E-8082-21BAE8ADB322}" dt="2026-04-10T10:41:06.154" v="10792" actId="20577"/>
          <ac:spMkLst>
            <pc:docMk/>
            <pc:sldMk cId="4269007606" sldId="295"/>
            <ac:spMk id="2" creationId="{2090478A-A2B0-44F7-D516-8C4CF4A990D2}"/>
          </ac:spMkLst>
        </pc:spChg>
        <pc:spChg chg="add del mod">
          <ac:chgData name="Carlo Cauli" userId="4bf8de4c-d2f0-4e49-8d15-5ceb4c9a42b8" providerId="ADAL" clId="{E86CBC17-3AB9-4E3E-8082-21BAE8ADB322}" dt="2026-04-10T12:58:23.114" v="14088" actId="478"/>
          <ac:spMkLst>
            <pc:docMk/>
            <pc:sldMk cId="4269007606" sldId="295"/>
            <ac:spMk id="3" creationId="{6E66881F-E1F6-48CB-83D5-9820D99D1831}"/>
          </ac:spMkLst>
        </pc:spChg>
        <pc:spChg chg="add mod">
          <ac:chgData name="Carlo Cauli" userId="4bf8de4c-d2f0-4e49-8d15-5ceb4c9a42b8" providerId="ADAL" clId="{E86CBC17-3AB9-4E3E-8082-21BAE8ADB322}" dt="2026-04-10T12:58:11.299" v="14086" actId="1076"/>
          <ac:spMkLst>
            <pc:docMk/>
            <pc:sldMk cId="4269007606" sldId="295"/>
            <ac:spMk id="4" creationId="{07BFC482-D188-EFE5-5A55-C485E43842FE}"/>
          </ac:spMkLst>
        </pc:spChg>
        <pc:spChg chg="add mod">
          <ac:chgData name="Carlo Cauli" userId="4bf8de4c-d2f0-4e49-8d15-5ceb4c9a42b8" providerId="ADAL" clId="{E86CBC17-3AB9-4E3E-8082-21BAE8ADB322}" dt="2026-04-10T12:58:40.153" v="14093" actId="1076"/>
          <ac:spMkLst>
            <pc:docMk/>
            <pc:sldMk cId="4269007606" sldId="295"/>
            <ac:spMk id="5" creationId="{C380EB07-06E0-D612-8473-138032CC0DBC}"/>
          </ac:spMkLst>
        </pc:spChg>
        <pc:spChg chg="add del mod">
          <ac:chgData name="Carlo Cauli" userId="4bf8de4c-d2f0-4e49-8d15-5ceb4c9a42b8" providerId="ADAL" clId="{E86CBC17-3AB9-4E3E-8082-21BAE8ADB322}" dt="2026-04-10T12:58:29.891" v="14091" actId="478"/>
          <ac:spMkLst>
            <pc:docMk/>
            <pc:sldMk cId="4269007606" sldId="295"/>
            <ac:spMk id="6" creationId="{2F76A135-1D25-BC75-28F5-D200A47C87C3}"/>
          </ac:spMkLst>
        </pc:spChg>
        <pc:spChg chg="mod">
          <ac:chgData name="Carlo Cauli" userId="4bf8de4c-d2f0-4e49-8d15-5ceb4c9a42b8" providerId="ADAL" clId="{E86CBC17-3AB9-4E3E-8082-21BAE8ADB322}" dt="2026-04-10T15:23:54.234" v="18364" actId="20577"/>
          <ac:spMkLst>
            <pc:docMk/>
            <pc:sldMk cId="4269007606" sldId="295"/>
            <ac:spMk id="8" creationId="{4B7679E9-8400-B55E-F0FF-8728D7D1DADF}"/>
          </ac:spMkLst>
        </pc:spChg>
        <pc:picChg chg="add del mod ord">
          <ac:chgData name="Carlo Cauli" userId="4bf8de4c-d2f0-4e49-8d15-5ceb4c9a42b8" providerId="ADAL" clId="{E86CBC17-3AB9-4E3E-8082-21BAE8ADB322}" dt="2026-04-10T12:58:26.607" v="14090" actId="34307"/>
          <ac:picMkLst>
            <pc:docMk/>
            <pc:sldMk cId="4269007606" sldId="295"/>
            <ac:picMk id="7" creationId="{C3338E83-CE31-59BF-7A23-861472055543}"/>
          </ac:picMkLst>
        </pc:picChg>
      </pc:sldChg>
      <pc:sldChg chg="add del">
        <pc:chgData name="Carlo Cauli" userId="4bf8de4c-d2f0-4e49-8d15-5ceb4c9a42b8" providerId="ADAL" clId="{E86CBC17-3AB9-4E3E-8082-21BAE8ADB322}" dt="2026-04-10T13:05:31.406" v="14240" actId="47"/>
        <pc:sldMkLst>
          <pc:docMk/>
          <pc:sldMk cId="755281750" sldId="296"/>
        </pc:sldMkLst>
      </pc:sldChg>
      <pc:sldChg chg="addSp delSp modSp add mod modShow">
        <pc:chgData name="Carlo Cauli" userId="4bf8de4c-d2f0-4e49-8d15-5ceb4c9a42b8" providerId="ADAL" clId="{E86CBC17-3AB9-4E3E-8082-21BAE8ADB322}" dt="2026-04-10T17:51:56.438" v="19853" actId="113"/>
        <pc:sldMkLst>
          <pc:docMk/>
          <pc:sldMk cId="3716153297" sldId="296"/>
        </pc:sldMkLst>
        <pc:spChg chg="mod">
          <ac:chgData name="Carlo Cauli" userId="4bf8de4c-d2f0-4e49-8d15-5ceb4c9a42b8" providerId="ADAL" clId="{E86CBC17-3AB9-4E3E-8082-21BAE8ADB322}" dt="2026-04-10T17:18:43.768" v="18435" actId="13926"/>
          <ac:spMkLst>
            <pc:docMk/>
            <pc:sldMk cId="3716153297" sldId="296"/>
            <ac:spMk id="2" creationId="{770796AF-6AF7-621A-6F01-5BBC9522E66E}"/>
          </ac:spMkLst>
        </pc:spChg>
        <pc:spChg chg="add mod">
          <ac:chgData name="Carlo Cauli" userId="4bf8de4c-d2f0-4e49-8d15-5ceb4c9a42b8" providerId="ADAL" clId="{E86CBC17-3AB9-4E3E-8082-21BAE8ADB322}" dt="2026-04-10T17:51:56.438" v="19853" actId="113"/>
          <ac:spMkLst>
            <pc:docMk/>
            <pc:sldMk cId="3716153297" sldId="296"/>
            <ac:spMk id="3" creationId="{3A86E0B7-5F62-18F1-1A6F-7D343EBE740A}"/>
          </ac:spMkLst>
        </pc:spChg>
        <pc:spChg chg="add del mod">
          <ac:chgData name="Carlo Cauli" userId="4bf8de4c-d2f0-4e49-8d15-5ceb4c9a42b8" providerId="ADAL" clId="{E86CBC17-3AB9-4E3E-8082-21BAE8ADB322}" dt="2026-04-10T17:27:08.227" v="18921" actId="478"/>
          <ac:spMkLst>
            <pc:docMk/>
            <pc:sldMk cId="3716153297" sldId="296"/>
            <ac:spMk id="5" creationId="{5444819D-3B30-5D16-09E7-B6B477ED1980}"/>
          </ac:spMkLst>
        </pc:spChg>
        <pc:spChg chg="add del mod">
          <ac:chgData name="Carlo Cauli" userId="4bf8de4c-d2f0-4e49-8d15-5ceb4c9a42b8" providerId="ADAL" clId="{E86CBC17-3AB9-4E3E-8082-21BAE8ADB322}" dt="2026-04-10T17:36:17.689" v="19582" actId="478"/>
          <ac:spMkLst>
            <pc:docMk/>
            <pc:sldMk cId="3716153297" sldId="296"/>
            <ac:spMk id="6" creationId="{4BC64734-5F55-A7C6-56C1-44C5FBF0086F}"/>
          </ac:spMkLst>
        </pc:spChg>
        <pc:spChg chg="add del mod">
          <ac:chgData name="Carlo Cauli" userId="4bf8de4c-d2f0-4e49-8d15-5ceb4c9a42b8" providerId="ADAL" clId="{E86CBC17-3AB9-4E3E-8082-21BAE8ADB322}" dt="2026-04-10T17:36:23.902" v="19583" actId="478"/>
          <ac:spMkLst>
            <pc:docMk/>
            <pc:sldMk cId="3716153297" sldId="296"/>
            <ac:spMk id="7" creationId="{A3DAAEFB-35A8-D558-7173-DAE285DA8261}"/>
          </ac:spMkLst>
        </pc:spChg>
        <pc:spChg chg="del mod">
          <ac:chgData name="Carlo Cauli" userId="4bf8de4c-d2f0-4e49-8d15-5ceb4c9a42b8" providerId="ADAL" clId="{E86CBC17-3AB9-4E3E-8082-21BAE8ADB322}" dt="2026-04-10T17:19:25.463" v="18438" actId="478"/>
          <ac:spMkLst>
            <pc:docMk/>
            <pc:sldMk cId="3716153297" sldId="296"/>
            <ac:spMk id="8" creationId="{8B3D8DCF-1724-239B-7DC7-C208402FC349}"/>
          </ac:spMkLst>
        </pc:spChg>
        <pc:spChg chg="add del mod">
          <ac:chgData name="Carlo Cauli" userId="4bf8de4c-d2f0-4e49-8d15-5ceb4c9a42b8" providerId="ADAL" clId="{E86CBC17-3AB9-4E3E-8082-21BAE8ADB322}" dt="2026-04-10T17:41:11.532" v="19689" actId="478"/>
          <ac:spMkLst>
            <pc:docMk/>
            <pc:sldMk cId="3716153297" sldId="296"/>
            <ac:spMk id="10" creationId="{939A6E6A-9A77-FEA9-3E96-3CD723CBA98C}"/>
          </ac:spMkLst>
        </pc:spChg>
        <pc:spChg chg="add del mod">
          <ac:chgData name="Carlo Cauli" userId="4bf8de4c-d2f0-4e49-8d15-5ceb4c9a42b8" providerId="ADAL" clId="{E86CBC17-3AB9-4E3E-8082-21BAE8ADB322}" dt="2026-04-10T17:43:00.233" v="19703" actId="478"/>
          <ac:spMkLst>
            <pc:docMk/>
            <pc:sldMk cId="3716153297" sldId="296"/>
            <ac:spMk id="11" creationId="{043B1653-8E14-BD50-659A-30E9B29BC7F4}"/>
          </ac:spMkLst>
        </pc:spChg>
        <pc:spChg chg="add del mod">
          <ac:chgData name="Carlo Cauli" userId="4bf8de4c-d2f0-4e49-8d15-5ceb4c9a42b8" providerId="ADAL" clId="{E86CBC17-3AB9-4E3E-8082-21BAE8ADB322}" dt="2026-04-10T17:43:08.321" v="19704" actId="478"/>
          <ac:spMkLst>
            <pc:docMk/>
            <pc:sldMk cId="3716153297" sldId="296"/>
            <ac:spMk id="12" creationId="{AFA8FCE3-2377-81A8-1668-A9AE89F30EB5}"/>
          </ac:spMkLst>
        </pc:spChg>
        <pc:spChg chg="del">
          <ac:chgData name="Carlo Cauli" userId="4bf8de4c-d2f0-4e49-8d15-5ceb4c9a42b8" providerId="ADAL" clId="{E86CBC17-3AB9-4E3E-8082-21BAE8ADB322}" dt="2026-04-10T13:45:03.497" v="14449" actId="478"/>
          <ac:spMkLst>
            <pc:docMk/>
            <pc:sldMk cId="3716153297" sldId="296"/>
            <ac:spMk id="13" creationId="{8EE9C2FD-5236-E2C3-6834-E688E65FE3B7}"/>
          </ac:spMkLst>
        </pc:spChg>
        <pc:spChg chg="del">
          <ac:chgData name="Carlo Cauli" userId="4bf8de4c-d2f0-4e49-8d15-5ceb4c9a42b8" providerId="ADAL" clId="{E86CBC17-3AB9-4E3E-8082-21BAE8ADB322}" dt="2026-04-10T13:45:03.497" v="14449" actId="478"/>
          <ac:spMkLst>
            <pc:docMk/>
            <pc:sldMk cId="3716153297" sldId="296"/>
            <ac:spMk id="20" creationId="{481301E8-27A2-2ABD-A4CA-603974A6E3F0}"/>
          </ac:spMkLst>
        </pc:spChg>
      </pc:sldChg>
      <pc:sldChg chg="addSp delSp modSp add mod">
        <pc:chgData name="Carlo Cauli" userId="4bf8de4c-d2f0-4e49-8d15-5ceb4c9a42b8" providerId="ADAL" clId="{E86CBC17-3AB9-4E3E-8082-21BAE8ADB322}" dt="2026-04-10T13:51:41.285" v="14980" actId="20577"/>
        <pc:sldMkLst>
          <pc:docMk/>
          <pc:sldMk cId="2481998523" sldId="297"/>
        </pc:sldMkLst>
        <pc:spChg chg="mod">
          <ac:chgData name="Carlo Cauli" userId="4bf8de4c-d2f0-4e49-8d15-5ceb4c9a42b8" providerId="ADAL" clId="{E86CBC17-3AB9-4E3E-8082-21BAE8ADB322}" dt="2026-04-10T13:51:41.285" v="14980" actId="20577"/>
          <ac:spMkLst>
            <pc:docMk/>
            <pc:sldMk cId="2481998523" sldId="297"/>
            <ac:spMk id="2" creationId="{571B07EB-9949-B3A6-A3FC-AC3B4B56AA98}"/>
          </ac:spMkLst>
        </pc:spChg>
        <pc:spChg chg="del mod">
          <ac:chgData name="Carlo Cauli" userId="4bf8de4c-d2f0-4e49-8d15-5ceb4c9a42b8" providerId="ADAL" clId="{E86CBC17-3AB9-4E3E-8082-21BAE8ADB322}" dt="2026-04-10T13:49:51.287" v="14872" actId="478"/>
          <ac:spMkLst>
            <pc:docMk/>
            <pc:sldMk cId="2481998523" sldId="297"/>
            <ac:spMk id="8" creationId="{314E5390-32CD-D6A1-FD0D-0A2868AFC75A}"/>
          </ac:spMkLst>
        </pc:spChg>
        <pc:picChg chg="add mod">
          <ac:chgData name="Carlo Cauli" userId="4bf8de4c-d2f0-4e49-8d15-5ceb4c9a42b8" providerId="ADAL" clId="{E86CBC17-3AB9-4E3E-8082-21BAE8ADB322}" dt="2026-04-10T13:50:57.140" v="14930" actId="1076"/>
          <ac:picMkLst>
            <pc:docMk/>
            <pc:sldMk cId="2481998523" sldId="297"/>
            <ac:picMk id="5" creationId="{120F97B3-CFBA-0B4C-8BAE-DE03B21EE4EE}"/>
          </ac:picMkLst>
        </pc:picChg>
        <pc:picChg chg="add del mod">
          <ac:chgData name="Carlo Cauli" userId="4bf8de4c-d2f0-4e49-8d15-5ceb4c9a42b8" providerId="ADAL" clId="{E86CBC17-3AB9-4E3E-8082-21BAE8ADB322}" dt="2026-04-10T13:50:42.977" v="14926" actId="478"/>
          <ac:picMkLst>
            <pc:docMk/>
            <pc:sldMk cId="2481998523" sldId="297"/>
            <ac:picMk id="36" creationId="{2EBE8BD1-BB98-01EB-2CE7-F696CD867358}"/>
          </ac:picMkLst>
        </pc:picChg>
        <pc:picChg chg="add mod">
          <ac:chgData name="Carlo Cauli" userId="4bf8de4c-d2f0-4e49-8d15-5ceb4c9a42b8" providerId="ADAL" clId="{E86CBC17-3AB9-4E3E-8082-21BAE8ADB322}" dt="2026-04-10T13:50:52.317" v="14929" actId="1076"/>
          <ac:picMkLst>
            <pc:docMk/>
            <pc:sldMk cId="2481998523" sldId="297"/>
            <ac:picMk id="108" creationId="{6F1E73B8-1F65-F978-FA6E-57740C9B7EF8}"/>
          </ac:picMkLst>
        </pc:picChg>
      </pc:sldChg>
      <pc:sldChg chg="delSp modSp add mod">
        <pc:chgData name="Carlo Cauli" userId="4bf8de4c-d2f0-4e49-8d15-5ceb4c9a42b8" providerId="ADAL" clId="{E86CBC17-3AB9-4E3E-8082-21BAE8ADB322}" dt="2026-04-10T13:51:59.627" v="14987" actId="1076"/>
        <pc:sldMkLst>
          <pc:docMk/>
          <pc:sldMk cId="2642831377" sldId="298"/>
        </pc:sldMkLst>
        <pc:spChg chg="mod">
          <ac:chgData name="Carlo Cauli" userId="4bf8de4c-d2f0-4e49-8d15-5ceb4c9a42b8" providerId="ADAL" clId="{E86CBC17-3AB9-4E3E-8082-21BAE8ADB322}" dt="2026-04-10T13:51:46.238" v="14984" actId="20577"/>
          <ac:spMkLst>
            <pc:docMk/>
            <pc:sldMk cId="2642831377" sldId="298"/>
            <ac:spMk id="2" creationId="{A203B31F-58F9-F32B-1498-1AAC7FE11104}"/>
          </ac:spMkLst>
        </pc:spChg>
        <pc:picChg chg="del">
          <ac:chgData name="Carlo Cauli" userId="4bf8de4c-d2f0-4e49-8d15-5ceb4c9a42b8" providerId="ADAL" clId="{E86CBC17-3AB9-4E3E-8082-21BAE8ADB322}" dt="2026-04-10T13:51:48.783" v="14985" actId="478"/>
          <ac:picMkLst>
            <pc:docMk/>
            <pc:sldMk cId="2642831377" sldId="298"/>
            <ac:picMk id="5" creationId="{133EB3EE-EE20-FCA1-FA0E-6A2D08C006A4}"/>
          </ac:picMkLst>
        </pc:picChg>
        <pc:picChg chg="mod">
          <ac:chgData name="Carlo Cauli" userId="4bf8de4c-d2f0-4e49-8d15-5ceb4c9a42b8" providerId="ADAL" clId="{E86CBC17-3AB9-4E3E-8082-21BAE8ADB322}" dt="2026-04-10T13:51:59.627" v="14987" actId="1076"/>
          <ac:picMkLst>
            <pc:docMk/>
            <pc:sldMk cId="2642831377" sldId="298"/>
            <ac:picMk id="36" creationId="{126C360E-DA18-DC25-95D3-DE770D4EB4B1}"/>
          </ac:picMkLst>
        </pc:picChg>
        <pc:picChg chg="del">
          <ac:chgData name="Carlo Cauli" userId="4bf8de4c-d2f0-4e49-8d15-5ceb4c9a42b8" providerId="ADAL" clId="{E86CBC17-3AB9-4E3E-8082-21BAE8ADB322}" dt="2026-04-10T13:51:50.466" v="14986" actId="478"/>
          <ac:picMkLst>
            <pc:docMk/>
            <pc:sldMk cId="2642831377" sldId="298"/>
            <ac:picMk id="108" creationId="{F664E4A1-0D1B-5458-113C-F81CCE03FDD8}"/>
          </ac:picMkLst>
        </pc:picChg>
      </pc:sldChg>
      <pc:sldChg chg="add del">
        <pc:chgData name="Carlo Cauli" userId="4bf8de4c-d2f0-4e49-8d15-5ceb4c9a42b8" providerId="ADAL" clId="{E86CBC17-3AB9-4E3E-8082-21BAE8ADB322}" dt="2026-04-10T17:55:12.554" v="19907" actId="47"/>
        <pc:sldMkLst>
          <pc:docMk/>
          <pc:sldMk cId="4134821212" sldId="29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ln>
              <a:noFill/>
            </a:ln>
            <a:effectLst/>
            <a:scene3d>
              <a:camera prst="orthographicFront"/>
              <a:lightRig rig="threePt" dir="t"/>
            </a:scene3d>
            <a:sp3d prstMaterial="matte"/>
          </c:spPr>
          <c:explosion val="5"/>
          <c:dPt>
            <c:idx val="0"/>
            <c:bubble3D val="0"/>
            <c:spPr>
              <a:solidFill>
                <a:srgbClr val="76C8AE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741F-47C1-9996-DF6877D07366}"/>
              </c:ext>
            </c:extLst>
          </c:dPt>
          <c:dPt>
            <c:idx val="1"/>
            <c:bubble3D val="0"/>
            <c:spPr>
              <a:solidFill>
                <a:srgbClr val="00AE9D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741F-47C1-9996-DF6877D07366}"/>
              </c:ext>
            </c:extLst>
          </c:dPt>
          <c:dPt>
            <c:idx val="2"/>
            <c:bubble3D val="0"/>
            <c:spPr>
              <a:solidFill>
                <a:srgbClr val="008E7A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741F-47C1-9996-DF6877D07366}"/>
              </c:ext>
            </c:extLst>
          </c:dPt>
          <c:dPt>
            <c:idx val="3"/>
            <c:bubble3D val="0"/>
            <c:spPr>
              <a:solidFill>
                <a:srgbClr val="00676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741F-47C1-9996-DF6877D07366}"/>
              </c:ext>
            </c:extLst>
          </c:dPt>
          <c:dPt>
            <c:idx val="4"/>
            <c:bubble3D val="0"/>
            <c:spPr>
              <a:solidFill>
                <a:srgbClr val="FFCC4E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9-741F-47C1-9996-DF6877D07366}"/>
              </c:ext>
            </c:extLst>
          </c:dPt>
          <c:dPt>
            <c:idx val="5"/>
            <c:bubble3D val="0"/>
            <c:spPr>
              <a:solidFill>
                <a:srgbClr val="FBAB18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B-741F-47C1-9996-DF6877D07366}"/>
              </c:ext>
            </c:extLst>
          </c:dPt>
          <c:dPt>
            <c:idx val="6"/>
            <c:bubble3D val="0"/>
            <c:spPr>
              <a:solidFill>
                <a:srgbClr val="F4792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D-741F-47C1-9996-DF6877D07366}"/>
              </c:ext>
            </c:extLst>
          </c:dPt>
          <c:dPt>
            <c:idx val="7"/>
            <c:bubble3D val="0"/>
            <c:spPr>
              <a:solidFill>
                <a:srgbClr val="A75534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F-741F-47C1-9996-DF6877D07366}"/>
              </c:ext>
            </c:extLst>
          </c:dPt>
          <c:dPt>
            <c:idx val="8"/>
            <c:bubble3D val="0"/>
            <c:spPr>
              <a:solidFill>
                <a:srgbClr val="F1666A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11-741F-47C1-9996-DF6877D07366}"/>
              </c:ext>
            </c:extLst>
          </c:dPt>
          <c:dPt>
            <c:idx val="9"/>
            <c:bubble3D val="0"/>
            <c:spPr>
              <a:solidFill>
                <a:srgbClr val="ED1B2F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13-741F-47C1-9996-DF6877D07366}"/>
              </c:ext>
            </c:extLst>
          </c:dPt>
          <c:dPt>
            <c:idx val="10"/>
            <c:bubble3D val="0"/>
            <c:spPr>
              <a:solidFill>
                <a:srgbClr val="CF1D39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15-741F-47C1-9996-DF6877D07366}"/>
              </c:ext>
            </c:extLst>
          </c:dPt>
          <c:dPt>
            <c:idx val="11"/>
            <c:bubble3D val="0"/>
            <c:spPr>
              <a:solidFill>
                <a:srgbClr val="96013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17-741F-47C1-9996-DF6877D07366}"/>
              </c:ext>
            </c:extLst>
          </c:dPt>
          <c:dPt>
            <c:idx val="12"/>
            <c:bubble3D val="0"/>
            <c:spPr>
              <a:solidFill>
                <a:srgbClr val="6DCFF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19-741F-47C1-9996-DF6877D07366}"/>
              </c:ext>
            </c:extLst>
          </c:dPt>
          <c:dPt>
            <c:idx val="13"/>
            <c:bubble3D val="0"/>
            <c:spPr>
              <a:solidFill>
                <a:srgbClr val="009BDB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1B-741F-47C1-9996-DF6877D07366}"/>
              </c:ext>
            </c:extLst>
          </c:dPt>
          <c:dPt>
            <c:idx val="14"/>
            <c:bubble3D val="0"/>
            <c:spPr>
              <a:solidFill>
                <a:srgbClr val="00619E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1D-741F-47C1-9996-DF6877D07366}"/>
              </c:ext>
            </c:extLst>
          </c:dPt>
          <c:dPt>
            <c:idx val="15"/>
            <c:bubble3D val="0"/>
            <c:spPr>
              <a:solidFill>
                <a:srgbClr val="1E3378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1F-741F-47C1-9996-DF6877D07366}"/>
              </c:ext>
            </c:extLst>
          </c:dPt>
          <c:dPt>
            <c:idx val="16"/>
            <c:bubble3D val="0"/>
            <c:spPr>
              <a:solidFill>
                <a:srgbClr val="76C8AE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21-741F-47C1-9996-DF6877D07366}"/>
              </c:ext>
            </c:extLst>
          </c:dPt>
          <c:dPt>
            <c:idx val="17"/>
            <c:bubble3D val="0"/>
            <c:spPr>
              <a:solidFill>
                <a:srgbClr val="00AE9D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23-741F-47C1-9996-DF6877D07366}"/>
              </c:ext>
            </c:extLst>
          </c:dPt>
          <c:dPt>
            <c:idx val="18"/>
            <c:bubble3D val="0"/>
            <c:spPr>
              <a:solidFill>
                <a:srgbClr val="008E7A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25-741F-47C1-9996-DF6877D07366}"/>
              </c:ext>
            </c:extLst>
          </c:dPt>
          <c:dPt>
            <c:idx val="19"/>
            <c:bubble3D val="0"/>
            <c:spPr>
              <a:solidFill>
                <a:srgbClr val="00676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27-741F-47C1-9996-DF6877D07366}"/>
              </c:ext>
            </c:extLst>
          </c:dPt>
          <c:dPt>
            <c:idx val="20"/>
            <c:bubble3D val="0"/>
            <c:spPr>
              <a:solidFill>
                <a:srgbClr val="FFCC4E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29-741F-47C1-9996-DF6877D07366}"/>
              </c:ext>
            </c:extLst>
          </c:dPt>
          <c:dPt>
            <c:idx val="21"/>
            <c:bubble3D val="0"/>
            <c:spPr>
              <a:solidFill>
                <a:srgbClr val="FFDE0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2B-741F-47C1-9996-DF6877D07366}"/>
              </c:ext>
            </c:extLst>
          </c:dPt>
          <c:dPt>
            <c:idx val="22"/>
            <c:bubble3D val="0"/>
            <c:spPr>
              <a:solidFill>
                <a:srgbClr val="F4792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2D-741F-47C1-9996-DF6877D07366}"/>
              </c:ext>
            </c:extLst>
          </c:dPt>
          <c:dPt>
            <c:idx val="23"/>
            <c:bubble3D val="0"/>
            <c:spPr>
              <a:solidFill>
                <a:srgbClr val="A75534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2F-741F-47C1-9996-DF6877D073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741F-47C1-9996-DF6877D073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2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741F-47C1-9996-DF6877D073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3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741F-47C1-9996-DF6877D073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4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741F-47C1-9996-DF6877D07366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5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741F-47C1-9996-DF6877D07366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6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B-741F-47C1-9996-DF6877D07366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1">
                          <a:lumMod val="6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D-741F-47C1-9996-DF6877D07366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2">
                          <a:lumMod val="6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F-741F-47C1-9996-DF6877D07366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3">
                          <a:lumMod val="6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1-741F-47C1-9996-DF6877D07366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4">
                          <a:lumMod val="6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3-741F-47C1-9996-DF6877D07366}"/>
                </c:ext>
              </c:extLst>
            </c:dLbl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5">
                          <a:lumMod val="6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5-741F-47C1-9996-DF6877D07366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6">
                          <a:lumMod val="6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7-741F-47C1-9996-DF6877D07366}"/>
                </c:ext>
              </c:extLst>
            </c:dLbl>
            <c:dLbl>
              <c:idx val="1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1">
                          <a:lumMod val="80000"/>
                          <a:lumOff val="2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9-741F-47C1-9996-DF6877D07366}"/>
                </c:ext>
              </c:extLst>
            </c:dLbl>
            <c:dLbl>
              <c:idx val="1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2">
                          <a:lumMod val="80000"/>
                          <a:lumOff val="2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B-741F-47C1-9996-DF6877D07366}"/>
                </c:ext>
              </c:extLst>
            </c:dLbl>
            <c:dLbl>
              <c:idx val="1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3">
                          <a:lumMod val="80000"/>
                          <a:lumOff val="2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D-741F-47C1-9996-DF6877D07366}"/>
                </c:ext>
              </c:extLst>
            </c:dLbl>
            <c:dLbl>
              <c:idx val="1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4">
                          <a:lumMod val="80000"/>
                          <a:lumOff val="2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F-741F-47C1-9996-DF6877D07366}"/>
                </c:ext>
              </c:extLst>
            </c:dLbl>
            <c:dLbl>
              <c:idx val="1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5">
                          <a:lumMod val="80000"/>
                          <a:lumOff val="2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1-741F-47C1-9996-DF6877D07366}"/>
                </c:ext>
              </c:extLst>
            </c:dLbl>
            <c:dLbl>
              <c:idx val="1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6">
                          <a:lumMod val="80000"/>
                          <a:lumOff val="2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3-741F-47C1-9996-DF6877D07366}"/>
                </c:ext>
              </c:extLst>
            </c:dLbl>
            <c:dLbl>
              <c:idx val="1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1">
                          <a:lumMod val="8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5-741F-47C1-9996-DF6877D07366}"/>
                </c:ext>
              </c:extLst>
            </c:dLbl>
            <c:dLbl>
              <c:idx val="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2">
                          <a:lumMod val="8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7-741F-47C1-9996-DF6877D07366}"/>
                </c:ext>
              </c:extLst>
            </c:dLbl>
            <c:dLbl>
              <c:idx val="2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3">
                          <a:lumMod val="8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9-741F-47C1-9996-DF6877D07366}"/>
                </c:ext>
              </c:extLst>
            </c:dLbl>
            <c:dLbl>
              <c:idx val="2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4">
                          <a:lumMod val="8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B-741F-47C1-9996-DF6877D07366}"/>
                </c:ext>
              </c:extLst>
            </c:dLbl>
            <c:dLbl>
              <c:idx val="2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5">
                          <a:lumMod val="8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D-741F-47C1-9996-DF6877D07366}"/>
                </c:ext>
              </c:extLst>
            </c:dLbl>
            <c:dLbl>
              <c:idx val="2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330" b="1" i="0" u="sng" strike="noStrike" kern="1200" spc="0" baseline="0">
                      <a:solidFill>
                        <a:schemeClr val="accent6">
                          <a:lumMod val="8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dLblPos val="bestFit"/>
              <c:showLegendKey val="1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2F-741F-47C1-9996-DF6877D073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330" b="1" i="0" u="sng" strike="noStrike" kern="1200" spc="0" baseline="0">
                    <a:solidFill>
                      <a:schemeClr val="accen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bestFit"/>
            <c:showLegendKey val="1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Sheet1!$A$2:$A$25</c:f>
              <c:strCache>
                <c:ptCount val="24"/>
                <c:pt idx="0">
                  <c:v>1st Entry</c:v>
                </c:pt>
                <c:pt idx="1">
                  <c:v>2nd Entry</c:v>
                </c:pt>
                <c:pt idx="2">
                  <c:v>3rd Entry</c:v>
                </c:pt>
                <c:pt idx="3">
                  <c:v>4th Entry</c:v>
                </c:pt>
                <c:pt idx="4">
                  <c:v>5th Entry</c:v>
                </c:pt>
                <c:pt idx="5">
                  <c:v>6th Entry</c:v>
                </c:pt>
                <c:pt idx="6">
                  <c:v>7th Entry</c:v>
                </c:pt>
                <c:pt idx="7">
                  <c:v>8th Entry</c:v>
                </c:pt>
                <c:pt idx="8">
                  <c:v>9th Entry</c:v>
                </c:pt>
                <c:pt idx="9">
                  <c:v>10th Entry</c:v>
                </c:pt>
                <c:pt idx="10">
                  <c:v>11th Entry</c:v>
                </c:pt>
                <c:pt idx="11">
                  <c:v>12th Entry</c:v>
                </c:pt>
                <c:pt idx="12">
                  <c:v>13th Entry</c:v>
                </c:pt>
                <c:pt idx="13">
                  <c:v>14th Entry</c:v>
                </c:pt>
                <c:pt idx="14">
                  <c:v>15th Entry</c:v>
                </c:pt>
                <c:pt idx="15">
                  <c:v>16th Entry</c:v>
                </c:pt>
                <c:pt idx="16">
                  <c:v>17th Entry</c:v>
                </c:pt>
                <c:pt idx="17">
                  <c:v>18th Entry</c:v>
                </c:pt>
                <c:pt idx="18">
                  <c:v>19th Entry</c:v>
                </c:pt>
                <c:pt idx="19">
                  <c:v>20th Entry</c:v>
                </c:pt>
                <c:pt idx="20">
                  <c:v>21th Entry</c:v>
                </c:pt>
                <c:pt idx="21">
                  <c:v>22th Entry</c:v>
                </c:pt>
                <c:pt idx="22">
                  <c:v>23th Entry</c:v>
                </c:pt>
                <c:pt idx="23">
                  <c:v>24th Entry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741F-47C1-9996-DF6877D073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u="sng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0"/>
    </c:view3D>
    <c:floor>
      <c:thickness val="0"/>
      <c:spPr>
        <a:solidFill>
          <a:schemeClr val="accent1">
            <a:alpha val="30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7916454801487282E-2"/>
          <c:y val="5.9660478663425089E-2"/>
          <c:w val="0.93792021248511792"/>
          <c:h val="0.59391513796661655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76C8AE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1504-4AAD-8BCA-155C626759E1}"/>
              </c:ext>
            </c:extLst>
          </c:dPt>
          <c:dPt>
            <c:idx val="1"/>
            <c:invertIfNegative val="0"/>
            <c:bubble3D val="0"/>
            <c:spPr>
              <a:solidFill>
                <a:srgbClr val="00AE9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1504-4AAD-8BCA-155C626759E1}"/>
              </c:ext>
            </c:extLst>
          </c:dPt>
          <c:dPt>
            <c:idx val="2"/>
            <c:invertIfNegative val="0"/>
            <c:bubble3D val="0"/>
            <c:spPr>
              <a:solidFill>
                <a:srgbClr val="008E7A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1504-4AAD-8BCA-155C626759E1}"/>
              </c:ext>
            </c:extLst>
          </c:dPt>
          <c:dPt>
            <c:idx val="3"/>
            <c:invertIfNegative val="0"/>
            <c:bubble3D val="0"/>
            <c:spPr>
              <a:solidFill>
                <a:srgbClr val="006762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1504-4AAD-8BCA-155C626759E1}"/>
              </c:ext>
            </c:extLst>
          </c:dPt>
          <c:dPt>
            <c:idx val="4"/>
            <c:invertIfNegative val="0"/>
            <c:bubble3D val="0"/>
            <c:spPr>
              <a:solidFill>
                <a:srgbClr val="FFCC4E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1504-4AAD-8BCA-155C626759E1}"/>
              </c:ext>
            </c:extLst>
          </c:dPt>
          <c:dPt>
            <c:idx val="5"/>
            <c:invertIfNegative val="0"/>
            <c:bubble3D val="0"/>
            <c:spPr>
              <a:solidFill>
                <a:srgbClr val="FBAB18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B-1504-4AAD-8BCA-155C626759E1}"/>
              </c:ext>
            </c:extLst>
          </c:dPt>
          <c:dPt>
            <c:idx val="6"/>
            <c:invertIfNegative val="0"/>
            <c:bubble3D val="0"/>
            <c:spPr>
              <a:solidFill>
                <a:srgbClr val="F4792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D-1504-4AAD-8BCA-155C626759E1}"/>
              </c:ext>
            </c:extLst>
          </c:dPt>
          <c:dPt>
            <c:idx val="7"/>
            <c:invertIfNegative val="0"/>
            <c:bubble3D val="0"/>
            <c:spPr>
              <a:solidFill>
                <a:srgbClr val="A75534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F-1504-4AAD-8BCA-155C626759E1}"/>
              </c:ext>
            </c:extLst>
          </c:dPt>
          <c:dPt>
            <c:idx val="8"/>
            <c:invertIfNegative val="0"/>
            <c:bubble3D val="0"/>
            <c:spPr>
              <a:solidFill>
                <a:srgbClr val="F1666A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1-1504-4AAD-8BCA-155C626759E1}"/>
              </c:ext>
            </c:extLst>
          </c:dPt>
          <c:dPt>
            <c:idx val="9"/>
            <c:invertIfNegative val="0"/>
            <c:bubble3D val="0"/>
            <c:spPr>
              <a:solidFill>
                <a:srgbClr val="ED1B2F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3-1504-4AAD-8BCA-155C626759E1}"/>
              </c:ext>
            </c:extLst>
          </c:dPt>
          <c:dPt>
            <c:idx val="10"/>
            <c:invertIfNegative val="0"/>
            <c:bubble3D val="0"/>
            <c:spPr>
              <a:solidFill>
                <a:srgbClr val="CF1D39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5-1504-4AAD-8BCA-155C626759E1}"/>
              </c:ext>
            </c:extLst>
          </c:dPt>
          <c:dPt>
            <c:idx val="11"/>
            <c:invertIfNegative val="0"/>
            <c:bubble3D val="0"/>
            <c:spPr>
              <a:solidFill>
                <a:srgbClr val="96013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7-1504-4AAD-8BCA-155C626759E1}"/>
              </c:ext>
            </c:extLst>
          </c:dPt>
          <c:dPt>
            <c:idx val="12"/>
            <c:invertIfNegative val="0"/>
            <c:bubble3D val="0"/>
            <c:spPr>
              <a:solidFill>
                <a:srgbClr val="6DCFF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9-1504-4AAD-8BCA-155C626759E1}"/>
              </c:ext>
            </c:extLst>
          </c:dPt>
          <c:dPt>
            <c:idx val="13"/>
            <c:invertIfNegative val="0"/>
            <c:bubble3D val="0"/>
            <c:spPr>
              <a:solidFill>
                <a:srgbClr val="009BDB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B-1504-4AAD-8BCA-155C626759E1}"/>
              </c:ext>
            </c:extLst>
          </c:dPt>
          <c:dPt>
            <c:idx val="14"/>
            <c:invertIfNegative val="0"/>
            <c:bubble3D val="0"/>
            <c:spPr>
              <a:solidFill>
                <a:srgbClr val="00619E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D-1504-4AAD-8BCA-155C626759E1}"/>
              </c:ext>
            </c:extLst>
          </c:dPt>
          <c:dPt>
            <c:idx val="15"/>
            <c:invertIfNegative val="0"/>
            <c:bubble3D val="0"/>
            <c:spPr>
              <a:solidFill>
                <a:srgbClr val="1E3378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F-1504-4AAD-8BCA-155C626759E1}"/>
              </c:ext>
            </c:extLst>
          </c:dPt>
          <c:dPt>
            <c:idx val="16"/>
            <c:invertIfNegative val="0"/>
            <c:bubble3D val="0"/>
            <c:spPr>
              <a:solidFill>
                <a:srgbClr val="76C8AE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21-1504-4AAD-8BCA-155C626759E1}"/>
              </c:ext>
            </c:extLst>
          </c:dPt>
          <c:dPt>
            <c:idx val="17"/>
            <c:invertIfNegative val="0"/>
            <c:bubble3D val="0"/>
            <c:spPr>
              <a:solidFill>
                <a:srgbClr val="00AE9D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23-1504-4AAD-8BCA-155C626759E1}"/>
              </c:ext>
            </c:extLst>
          </c:dPt>
          <c:dPt>
            <c:idx val="18"/>
            <c:invertIfNegative val="0"/>
            <c:bubble3D val="0"/>
            <c:spPr>
              <a:solidFill>
                <a:srgbClr val="008E7A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25-1504-4AAD-8BCA-155C626759E1}"/>
              </c:ext>
            </c:extLst>
          </c:dPt>
          <c:dPt>
            <c:idx val="19"/>
            <c:invertIfNegative val="0"/>
            <c:bubble3D val="0"/>
            <c:spPr>
              <a:solidFill>
                <a:srgbClr val="006762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27-1504-4AAD-8BCA-155C626759E1}"/>
              </c:ext>
            </c:extLst>
          </c:dPt>
          <c:dPt>
            <c:idx val="20"/>
            <c:invertIfNegative val="0"/>
            <c:bubble3D val="0"/>
            <c:spPr>
              <a:solidFill>
                <a:srgbClr val="FFCC4E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29-1504-4AAD-8BCA-155C626759E1}"/>
              </c:ext>
            </c:extLst>
          </c:dPt>
          <c:dPt>
            <c:idx val="21"/>
            <c:invertIfNegative val="0"/>
            <c:bubble3D val="0"/>
            <c:spPr>
              <a:solidFill>
                <a:srgbClr val="FBAB18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2B-1504-4AAD-8BCA-155C626759E1}"/>
              </c:ext>
            </c:extLst>
          </c:dPt>
          <c:dPt>
            <c:idx val="22"/>
            <c:invertIfNegative val="0"/>
            <c:bubble3D val="0"/>
            <c:spPr>
              <a:solidFill>
                <a:srgbClr val="F4792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2D-1504-4AAD-8BCA-155C626759E1}"/>
              </c:ext>
            </c:extLst>
          </c:dPt>
          <c:dPt>
            <c:idx val="23"/>
            <c:invertIfNegative val="0"/>
            <c:bubble3D val="0"/>
            <c:spPr>
              <a:solidFill>
                <a:srgbClr val="A75534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2F-1504-4AAD-8BCA-155C626759E1}"/>
              </c:ext>
            </c:extLst>
          </c:dPt>
          <c:cat>
            <c:strRef>
              <c:f>Sheet1!$A$2:$A$25</c:f>
              <c:strCache>
                <c:ptCount val="24"/>
                <c:pt idx="0">
                  <c:v>1st Entry</c:v>
                </c:pt>
                <c:pt idx="1">
                  <c:v>2nd Entry</c:v>
                </c:pt>
                <c:pt idx="2">
                  <c:v>3rd Entry</c:v>
                </c:pt>
                <c:pt idx="3">
                  <c:v>4th Entry</c:v>
                </c:pt>
                <c:pt idx="4">
                  <c:v>5th Entry</c:v>
                </c:pt>
                <c:pt idx="5">
                  <c:v>6th Entry</c:v>
                </c:pt>
                <c:pt idx="6">
                  <c:v>7th Entry</c:v>
                </c:pt>
                <c:pt idx="7">
                  <c:v>8th Entry</c:v>
                </c:pt>
                <c:pt idx="8">
                  <c:v>9th Entry</c:v>
                </c:pt>
                <c:pt idx="9">
                  <c:v>10th Entry</c:v>
                </c:pt>
                <c:pt idx="10">
                  <c:v>11th Entry</c:v>
                </c:pt>
                <c:pt idx="11">
                  <c:v>12th Entry</c:v>
                </c:pt>
                <c:pt idx="12">
                  <c:v>13th Entry</c:v>
                </c:pt>
                <c:pt idx="13">
                  <c:v>14th Entry</c:v>
                </c:pt>
                <c:pt idx="14">
                  <c:v>15th Entry</c:v>
                </c:pt>
                <c:pt idx="15">
                  <c:v>16th Entry</c:v>
                </c:pt>
                <c:pt idx="16">
                  <c:v>17th Entry</c:v>
                </c:pt>
                <c:pt idx="17">
                  <c:v>18th Entry</c:v>
                </c:pt>
                <c:pt idx="18">
                  <c:v>19th Entry</c:v>
                </c:pt>
                <c:pt idx="19">
                  <c:v>20th Entry</c:v>
                </c:pt>
                <c:pt idx="20">
                  <c:v>21th Entry</c:v>
                </c:pt>
                <c:pt idx="21">
                  <c:v>22th Entry</c:v>
                </c:pt>
                <c:pt idx="22">
                  <c:v>23th Entry</c:v>
                </c:pt>
                <c:pt idx="23">
                  <c:v>24th Entry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1504-4AAD-8BCA-155C626759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0"/>
        <c:gapDepth val="10"/>
        <c:shape val="box"/>
        <c:axId val="1929698128"/>
        <c:axId val="1929700880"/>
        <c:axId val="0"/>
      </c:bar3DChart>
      <c:catAx>
        <c:axId val="19296981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60000"/>
                  <a:lumOff val="4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spc="150" normalizeH="0" baseline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29700880"/>
        <c:crosses val="autoZero"/>
        <c:auto val="1"/>
        <c:lblAlgn val="ctr"/>
        <c:lblOffset val="100"/>
        <c:noMultiLvlLbl val="0"/>
      </c:catAx>
      <c:valAx>
        <c:axId val="192970088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29698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5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defRPr sz="1197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1197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lumMod val="20000"/>
          <a:lumOff val="8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lumMod val="20000"/>
          <a:lumOff val="80000"/>
        </a:schemeClr>
      </a:solidFill>
      <a:sp3d/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>
      <cs:styleClr val="0"/>
    </cs:fillRef>
    <cs:effectRef idx="0"/>
    <cs:fontRef idx="minor">
      <a:schemeClr val="dk1"/>
    </cs:fontRef>
    <cs:spPr>
      <a:solidFill>
        <a:schemeClr val="phClr">
          <a:alpha val="30000"/>
        </a:schemeClr>
      </a:solidFill>
      <a:sp3d/>
    </cs:spPr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lumMod val="60000"/>
            <a:lumOff val="40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lumMod val="50000"/>
            <a:lumOff val="5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404" tIns="44702" rIns="89404" bIns="44702" numCol="1" anchor="t" anchorCtr="0" compatLnSpc="1">
            <a:prstTxWarp prst="textNoShape">
              <a:avLst/>
            </a:prstTxWarp>
          </a:bodyPr>
          <a:lstStyle>
            <a:lvl1pPr defTabSz="892175">
              <a:defRPr sz="11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628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8275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404" tIns="44702" rIns="89404" bIns="44702" numCol="1" anchor="t" anchorCtr="0" compatLnSpc="1">
            <a:prstTxWarp prst="textNoShape">
              <a:avLst/>
            </a:prstTxWarp>
          </a:bodyPr>
          <a:lstStyle>
            <a:lvl1pPr algn="r" defTabSz="892175">
              <a:defRPr sz="11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628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404" tIns="44702" rIns="89404" bIns="44702" numCol="1" anchor="b" anchorCtr="0" compatLnSpc="1">
            <a:prstTxWarp prst="textNoShape">
              <a:avLst/>
            </a:prstTxWarp>
          </a:bodyPr>
          <a:lstStyle>
            <a:lvl1pPr defTabSz="892175">
              <a:defRPr sz="11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250459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4663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155" tIns="43077" rIns="86155" bIns="43077" numCol="1" anchor="t" anchorCtr="0" compatLnSpc="1">
            <a:prstTxWarp prst="textNoShape">
              <a:avLst/>
            </a:prstTxWarp>
          </a:bodyPr>
          <a:lstStyle>
            <a:lvl1pPr defTabSz="862013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5738" y="0"/>
            <a:ext cx="3014662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155" tIns="43077" rIns="86155" bIns="43077" numCol="1" anchor="t" anchorCtr="0" compatLnSpc="1">
            <a:prstTxWarp prst="textNoShape">
              <a:avLst/>
            </a:prstTxWarp>
          </a:bodyPr>
          <a:lstStyle>
            <a:lvl1pPr algn="r" defTabSz="862013">
              <a:defRPr sz="1100" smtClean="0"/>
            </a:lvl1pPr>
          </a:lstStyle>
          <a:p>
            <a:pPr>
              <a:defRPr/>
            </a:pPr>
            <a:fld id="{A6888345-B3D3-4351-A7A9-F936F5935E41}" type="datetimeFigureOut">
              <a:rPr lang="en-US"/>
              <a:pPr>
                <a:defRPr/>
              </a:pPr>
              <a:t>06/25/2026</a:t>
            </a:fld>
            <a:endParaRPr lang="en-US" dirty="0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693738"/>
            <a:ext cx="6176963" cy="3465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435475"/>
            <a:ext cx="5200650" cy="415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155" tIns="43077" rIns="86155" bIns="430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70950"/>
            <a:ext cx="30146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155" tIns="43077" rIns="86155" bIns="43077" numCol="1" anchor="b" anchorCtr="0" compatLnSpc="1">
            <a:prstTxWarp prst="textNoShape">
              <a:avLst/>
            </a:prstTxWarp>
          </a:bodyPr>
          <a:lstStyle>
            <a:lvl1pPr defTabSz="862013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5738" y="8870950"/>
            <a:ext cx="3014662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155" tIns="43077" rIns="86155" bIns="43077" numCol="1" anchor="b" anchorCtr="0" compatLnSpc="1">
            <a:prstTxWarp prst="textNoShape">
              <a:avLst/>
            </a:prstTxWarp>
          </a:bodyPr>
          <a:lstStyle>
            <a:lvl1pPr algn="r" defTabSz="862013">
              <a:defRPr sz="1100" smtClean="0"/>
            </a:lvl1pPr>
          </a:lstStyle>
          <a:p>
            <a:pPr>
              <a:defRPr/>
            </a:pPr>
            <a:fld id="{D8DF57D7-2670-4E78-96DD-D9B2280512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4303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3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610636" algn="l" rtl="0" fontAlgn="base">
      <a:spcBef>
        <a:spcPct val="30000"/>
      </a:spcBef>
      <a:spcAft>
        <a:spcPct val="0"/>
      </a:spcAft>
      <a:defRPr sz="1603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1221273" algn="l" rtl="0" fontAlgn="base">
      <a:spcBef>
        <a:spcPct val="30000"/>
      </a:spcBef>
      <a:spcAft>
        <a:spcPct val="0"/>
      </a:spcAft>
      <a:defRPr sz="1603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831909" algn="l" rtl="0" fontAlgn="base">
      <a:spcBef>
        <a:spcPct val="30000"/>
      </a:spcBef>
      <a:spcAft>
        <a:spcPct val="0"/>
      </a:spcAft>
      <a:defRPr sz="1603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2442545" algn="l" rtl="0" fontAlgn="base">
      <a:spcBef>
        <a:spcPct val="30000"/>
      </a:spcBef>
      <a:spcAft>
        <a:spcPct val="0"/>
      </a:spcAft>
      <a:defRPr sz="1603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3053182" algn="l" defTabSz="1221273" rtl="0" eaLnBrk="1" latinLnBrk="0" hangingPunct="1">
      <a:defRPr sz="1603" kern="1200">
        <a:solidFill>
          <a:schemeClr val="tx1"/>
        </a:solidFill>
        <a:latin typeface="+mn-lt"/>
        <a:ea typeface="+mn-ea"/>
        <a:cs typeface="+mn-cs"/>
      </a:defRPr>
    </a:lvl6pPr>
    <a:lvl7pPr marL="3663818" algn="l" defTabSz="1221273" rtl="0" eaLnBrk="1" latinLnBrk="0" hangingPunct="1">
      <a:defRPr sz="1603" kern="1200">
        <a:solidFill>
          <a:schemeClr val="tx1"/>
        </a:solidFill>
        <a:latin typeface="+mn-lt"/>
        <a:ea typeface="+mn-ea"/>
        <a:cs typeface="+mn-cs"/>
      </a:defRPr>
    </a:lvl7pPr>
    <a:lvl8pPr marL="4274454" algn="l" defTabSz="1221273" rtl="0" eaLnBrk="1" latinLnBrk="0" hangingPunct="1">
      <a:defRPr sz="1603" kern="1200">
        <a:solidFill>
          <a:schemeClr val="tx1"/>
        </a:solidFill>
        <a:latin typeface="+mn-lt"/>
        <a:ea typeface="+mn-ea"/>
        <a:cs typeface="+mn-cs"/>
      </a:defRPr>
    </a:lvl8pPr>
    <a:lvl9pPr marL="4885091" algn="l" defTabSz="1221273" rtl="0" eaLnBrk="1" latinLnBrk="0" hangingPunct="1">
      <a:defRPr sz="1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2A24F-DD90-FB58-0B51-C0AE778DA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42F2B-7ED9-A4B5-21BF-CA6FA9368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4025" y="693738"/>
            <a:ext cx="6176963" cy="34655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9F494-7F6C-B830-1D93-E8D1E00FD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9C08D-1D94-F201-A695-D5E7C044A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DF57D7-2670-4E78-96DD-D9B22805124F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153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69">
            <a:extLst>
              <a:ext uri="{FF2B5EF4-FFF2-40B4-BE49-F238E27FC236}">
                <a16:creationId xmlns:a16="http://schemas.microsoft.com/office/drawing/2014/main" id="{655A41B8-2864-44C4-A9B2-9F40A95F9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25338" cy="6858000"/>
          </a:xfrm>
          <a:prstGeom prst="rect">
            <a:avLst/>
          </a:prstGeom>
        </p:spPr>
      </p:pic>
      <p:sp>
        <p:nvSpPr>
          <p:cNvPr id="90" name="Rectangle 4">
            <a:extLst>
              <a:ext uri="{FF2B5EF4-FFF2-40B4-BE49-F238E27FC236}">
                <a16:creationId xmlns:a16="http://schemas.microsoft.com/office/drawing/2014/main" id="{FBF93EDD-5149-43C3-AE03-E4F5F512FE93}"/>
              </a:ext>
            </a:extLst>
          </p:cNvPr>
          <p:cNvSpPr/>
          <p:nvPr userDrawn="1"/>
        </p:nvSpPr>
        <p:spPr>
          <a:xfrm>
            <a:off x="0" y="0"/>
            <a:ext cx="12225338" cy="6858000"/>
          </a:xfrm>
          <a:prstGeom prst="rect">
            <a:avLst/>
          </a:prstGeom>
          <a:solidFill>
            <a:srgbClr val="00324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28859" y="5258117"/>
            <a:ext cx="10627380" cy="38145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Verdana" pitchFamily="34" charset="0"/>
              <a:buNone/>
              <a:defRPr sz="1736"/>
            </a:lvl1pPr>
          </a:lstStyle>
          <a:p>
            <a:pPr lvl="0"/>
            <a:r>
              <a:rPr lang="en-GB" noProof="0" dirty="0" err="1"/>
              <a:t>SubTitle</a:t>
            </a:r>
            <a:endParaRPr lang="en-GB" noProof="0" dirty="0"/>
          </a:p>
        </p:txBody>
      </p:sp>
      <p:sp>
        <p:nvSpPr>
          <p:cNvPr id="56325" name="Rectangle 6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47600" y="3351588"/>
            <a:ext cx="11844000" cy="707886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FEFFFF"/>
                </a:solidFill>
              </a:defRPr>
            </a:lvl1pPr>
          </a:lstStyle>
          <a:p>
            <a:pPr lvl="0"/>
            <a:r>
              <a:rPr lang="en-GB" noProof="0" dirty="0"/>
              <a:t>NAME YOUR PRESENTATION</a:t>
            </a:r>
          </a:p>
        </p:txBody>
      </p:sp>
      <p:sp>
        <p:nvSpPr>
          <p:cNvPr id="56347" name="Text Box 27"/>
          <p:cNvSpPr txBox="1">
            <a:spLocks noChangeArrowheads="1"/>
          </p:cNvSpPr>
          <p:nvPr userDrawn="1"/>
        </p:nvSpPr>
        <p:spPr bwMode="auto">
          <a:xfrm>
            <a:off x="844737" y="642937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cxnSp>
        <p:nvCxnSpPr>
          <p:cNvPr id="121" name="Straight Connector 64">
            <a:extLst>
              <a:ext uri="{FF2B5EF4-FFF2-40B4-BE49-F238E27FC236}">
                <a16:creationId xmlns:a16="http://schemas.microsoft.com/office/drawing/2014/main" id="{6B88ADAB-0C9C-4BC9-A42C-A57312626145}"/>
              </a:ext>
            </a:extLst>
          </p:cNvPr>
          <p:cNvCxnSpPr>
            <a:cxnSpLocks/>
          </p:cNvCxnSpPr>
          <p:nvPr userDrawn="1"/>
        </p:nvCxnSpPr>
        <p:spPr>
          <a:xfrm>
            <a:off x="222041" y="6422971"/>
            <a:ext cx="11768092" cy="0"/>
          </a:xfrm>
          <a:prstGeom prst="line">
            <a:avLst/>
          </a:prstGeom>
          <a:ln w="952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58"/>
          <p:cNvSpPr txBox="1">
            <a:spLocks noChangeArrowheads="1"/>
          </p:cNvSpPr>
          <p:nvPr userDrawn="1"/>
        </p:nvSpPr>
        <p:spPr bwMode="auto">
          <a:xfrm>
            <a:off x="228720" y="6202800"/>
            <a:ext cx="670695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800" noProof="0" dirty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 UNCLASSIFIED - For ESA Official Use Only</a:t>
            </a:r>
          </a:p>
        </p:txBody>
      </p:sp>
      <p:cxnSp>
        <p:nvCxnSpPr>
          <p:cNvPr id="94" name="Straight Connector 152">
            <a:extLst>
              <a:ext uri="{FF2B5EF4-FFF2-40B4-BE49-F238E27FC236}">
                <a16:creationId xmlns:a16="http://schemas.microsoft.com/office/drawing/2014/main" id="{357F7D0F-2D50-4418-8EB4-564A4B2CEE5B}"/>
              </a:ext>
            </a:extLst>
          </p:cNvPr>
          <p:cNvCxnSpPr>
            <a:cxnSpLocks/>
          </p:cNvCxnSpPr>
          <p:nvPr userDrawn="1"/>
        </p:nvCxnSpPr>
        <p:spPr>
          <a:xfrm>
            <a:off x="223200" y="4106871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6C34021B-66EB-9E45-8BD1-64D5855A5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1489" y="-216085"/>
            <a:ext cx="2093892" cy="1314000"/>
          </a:xfrm>
          <a:prstGeom prst="rect">
            <a:avLst/>
          </a:prstGeom>
        </p:spPr>
      </p:pic>
      <p:pic>
        <p:nvPicPr>
          <p:cNvPr id="40" name="Picture 5">
            <a:extLst>
              <a:ext uri="{FF2B5EF4-FFF2-40B4-BE49-F238E27FC236}">
                <a16:creationId xmlns:a16="http://schemas.microsoft.com/office/drawing/2014/main" id="{3DFCA419-798B-4A85-9CB9-0CC110EDC3C5}"/>
              </a:ext>
            </a:extLst>
          </p:cNvPr>
          <p:cNvPicPr>
            <a:picLocks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2800" y="6584400"/>
            <a:ext cx="1641396" cy="104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BB965BA-5FAA-5543-9444-B14F3D19DD2B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928" y="6458298"/>
            <a:ext cx="9956800" cy="4051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563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3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3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325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E8473C0F-96FF-442B-AD1A-D164754D0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39" y="0"/>
            <a:ext cx="12192000" cy="6858000"/>
          </a:xfrm>
          <a:prstGeom prst="rect">
            <a:avLst/>
          </a:prstGeom>
        </p:spPr>
      </p:pic>
      <p:sp>
        <p:nvSpPr>
          <p:cNvPr id="34" name="Rectangle 38">
            <a:extLst>
              <a:ext uri="{FF2B5EF4-FFF2-40B4-BE49-F238E27FC236}">
                <a16:creationId xmlns:a16="http://schemas.microsoft.com/office/drawing/2014/main" id="{9C759BF4-95BD-4497-8F73-35566BC9CAF7}"/>
              </a:ext>
            </a:extLst>
          </p:cNvPr>
          <p:cNvSpPr/>
          <p:nvPr userDrawn="1"/>
        </p:nvSpPr>
        <p:spPr>
          <a:xfrm>
            <a:off x="-1" y="0"/>
            <a:ext cx="12225600" cy="6858000"/>
          </a:xfrm>
          <a:prstGeom prst="rect">
            <a:avLst/>
          </a:prstGeom>
          <a:solidFill>
            <a:srgbClr val="00324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lt1">
                  <a:alpha val="60000"/>
                </a:schemeClr>
              </a:solidFill>
            </a:endParaRPr>
          </a:p>
        </p:txBody>
      </p:sp>
      <p:grpSp>
        <p:nvGrpSpPr>
          <p:cNvPr id="4" name="Group 35" hidden="1">
            <a:extLst>
              <a:ext uri="{FF2B5EF4-FFF2-40B4-BE49-F238E27FC236}">
                <a16:creationId xmlns:a16="http://schemas.microsoft.com/office/drawing/2014/main" id="{F49FFC1C-3741-4844-8C3F-E4F557524424}"/>
              </a:ext>
            </a:extLst>
          </p:cNvPr>
          <p:cNvGrpSpPr/>
          <p:nvPr userDrawn="1"/>
        </p:nvGrpSpPr>
        <p:grpSpPr>
          <a:xfrm>
            <a:off x="-6583" y="-3"/>
            <a:ext cx="12302859" cy="6858003"/>
            <a:chOff x="-6566" y="-2"/>
            <a:chExt cx="12269309" cy="6858002"/>
          </a:xfrm>
        </p:grpSpPr>
        <p:sp>
          <p:nvSpPr>
            <p:cNvPr id="5" name="Rectangle 36">
              <a:extLst>
                <a:ext uri="{FF2B5EF4-FFF2-40B4-BE49-F238E27FC236}">
                  <a16:creationId xmlns:a16="http://schemas.microsoft.com/office/drawing/2014/main" id="{0BD74276-8ED2-4824-9998-0BAA3955CD95}"/>
                </a:ext>
              </a:extLst>
            </p:cNvPr>
            <p:cNvSpPr/>
            <p:nvPr userDrawn="1"/>
          </p:nvSpPr>
          <p:spPr>
            <a:xfrm>
              <a:off x="-6566" y="-2"/>
              <a:ext cx="12198565" cy="6858002"/>
            </a:xfrm>
            <a:prstGeom prst="rect">
              <a:avLst/>
            </a:prstGeom>
            <a:solidFill>
              <a:srgbClr val="003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302" dirty="0"/>
            </a:p>
          </p:txBody>
        </p:sp>
        <p:grpSp>
          <p:nvGrpSpPr>
            <p:cNvPr id="6" name="Group 37">
              <a:extLst>
                <a:ext uri="{FF2B5EF4-FFF2-40B4-BE49-F238E27FC236}">
                  <a16:creationId xmlns:a16="http://schemas.microsoft.com/office/drawing/2014/main" id="{978F2107-068F-4327-9136-6EB3073A4403}"/>
                </a:ext>
              </a:extLst>
            </p:cNvPr>
            <p:cNvGrpSpPr/>
            <p:nvPr userDrawn="1"/>
          </p:nvGrpSpPr>
          <p:grpSpPr>
            <a:xfrm>
              <a:off x="442260" y="3456849"/>
              <a:ext cx="11820483" cy="2970388"/>
              <a:chOff x="442260" y="3600153"/>
              <a:chExt cx="11820483" cy="2970388"/>
            </a:xfrm>
          </p:grpSpPr>
          <p:cxnSp>
            <p:nvCxnSpPr>
              <p:cNvPr id="7" name="Straight Connector 38">
                <a:extLst>
                  <a:ext uri="{FF2B5EF4-FFF2-40B4-BE49-F238E27FC236}">
                    <a16:creationId xmlns:a16="http://schemas.microsoft.com/office/drawing/2014/main" id="{B5909EFF-FFE7-4DCA-BB35-2930538F8575}"/>
                  </a:ext>
                </a:extLst>
              </p:cNvPr>
              <p:cNvCxnSpPr/>
              <p:nvPr userDrawn="1"/>
            </p:nvCxnSpPr>
            <p:spPr>
              <a:xfrm flipV="1">
                <a:off x="930228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39">
                <a:extLst>
                  <a:ext uri="{FF2B5EF4-FFF2-40B4-BE49-F238E27FC236}">
                    <a16:creationId xmlns:a16="http://schemas.microsoft.com/office/drawing/2014/main" id="{BBF66BD5-8EBB-4321-AEA7-778A769BCD0F}"/>
                  </a:ext>
                </a:extLst>
              </p:cNvPr>
              <p:cNvCxnSpPr/>
              <p:nvPr userDrawn="1"/>
            </p:nvCxnSpPr>
            <p:spPr>
              <a:xfrm flipV="1">
                <a:off x="877305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40">
                <a:extLst>
                  <a:ext uri="{FF2B5EF4-FFF2-40B4-BE49-F238E27FC236}">
                    <a16:creationId xmlns:a16="http://schemas.microsoft.com/office/drawing/2014/main" id="{B6105F55-6F73-4EAC-A6FE-341C1EDD082D}"/>
                  </a:ext>
                </a:extLst>
              </p:cNvPr>
              <p:cNvCxnSpPr/>
              <p:nvPr userDrawn="1"/>
            </p:nvCxnSpPr>
            <p:spPr>
              <a:xfrm flipV="1">
                <a:off x="8235524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41">
                <a:extLst>
                  <a:ext uri="{FF2B5EF4-FFF2-40B4-BE49-F238E27FC236}">
                    <a16:creationId xmlns:a16="http://schemas.microsoft.com/office/drawing/2014/main" id="{231C4A1D-0D18-4C45-8CD2-9B482D211697}"/>
                  </a:ext>
                </a:extLst>
              </p:cNvPr>
              <p:cNvCxnSpPr/>
              <p:nvPr userDrawn="1"/>
            </p:nvCxnSpPr>
            <p:spPr>
              <a:xfrm flipV="1">
                <a:off x="786603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42">
                <a:extLst>
                  <a:ext uri="{FF2B5EF4-FFF2-40B4-BE49-F238E27FC236}">
                    <a16:creationId xmlns:a16="http://schemas.microsoft.com/office/drawing/2014/main" id="{887B699A-26D9-4993-847C-C919922EE7EC}"/>
                  </a:ext>
                </a:extLst>
              </p:cNvPr>
              <p:cNvCxnSpPr/>
              <p:nvPr userDrawn="1"/>
            </p:nvCxnSpPr>
            <p:spPr>
              <a:xfrm flipV="1">
                <a:off x="7498863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43">
                <a:extLst>
                  <a:ext uri="{FF2B5EF4-FFF2-40B4-BE49-F238E27FC236}">
                    <a16:creationId xmlns:a16="http://schemas.microsoft.com/office/drawing/2014/main" id="{2861B340-F5C1-4BA1-BA98-8D650473066B}"/>
                  </a:ext>
                </a:extLst>
              </p:cNvPr>
              <p:cNvCxnSpPr/>
              <p:nvPr userDrawn="1"/>
            </p:nvCxnSpPr>
            <p:spPr>
              <a:xfrm flipV="1">
                <a:off x="7127208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44">
                <a:extLst>
                  <a:ext uri="{FF2B5EF4-FFF2-40B4-BE49-F238E27FC236}">
                    <a16:creationId xmlns:a16="http://schemas.microsoft.com/office/drawing/2014/main" id="{C3568F9F-131F-4452-A304-F5E5399BCD8C}"/>
                  </a:ext>
                </a:extLst>
              </p:cNvPr>
              <p:cNvCxnSpPr/>
              <p:nvPr userDrawn="1"/>
            </p:nvCxnSpPr>
            <p:spPr>
              <a:xfrm flipV="1">
                <a:off x="6758651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45">
                <a:extLst>
                  <a:ext uri="{FF2B5EF4-FFF2-40B4-BE49-F238E27FC236}">
                    <a16:creationId xmlns:a16="http://schemas.microsoft.com/office/drawing/2014/main" id="{CF836D01-B716-45B7-86B0-7412F0310BC3}"/>
                  </a:ext>
                </a:extLst>
              </p:cNvPr>
              <p:cNvCxnSpPr/>
              <p:nvPr userDrawn="1"/>
            </p:nvCxnSpPr>
            <p:spPr>
              <a:xfrm flipV="1">
                <a:off x="638946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46">
                <a:extLst>
                  <a:ext uri="{FF2B5EF4-FFF2-40B4-BE49-F238E27FC236}">
                    <a16:creationId xmlns:a16="http://schemas.microsoft.com/office/drawing/2014/main" id="{456D7560-3022-407D-A56A-387D1CF7CBBE}"/>
                  </a:ext>
                </a:extLst>
              </p:cNvPr>
              <p:cNvCxnSpPr/>
              <p:nvPr userDrawn="1"/>
            </p:nvCxnSpPr>
            <p:spPr>
              <a:xfrm flipV="1">
                <a:off x="6009868" y="3607282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47">
                <a:extLst>
                  <a:ext uri="{FF2B5EF4-FFF2-40B4-BE49-F238E27FC236}">
                    <a16:creationId xmlns:a16="http://schemas.microsoft.com/office/drawing/2014/main" id="{C7A0A529-063D-45DD-8385-C74DBDC59E7E}"/>
                  </a:ext>
                </a:extLst>
              </p:cNvPr>
              <p:cNvCxnSpPr/>
              <p:nvPr userDrawn="1"/>
            </p:nvCxnSpPr>
            <p:spPr>
              <a:xfrm flipV="1">
                <a:off x="564398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48">
                <a:extLst>
                  <a:ext uri="{FF2B5EF4-FFF2-40B4-BE49-F238E27FC236}">
                    <a16:creationId xmlns:a16="http://schemas.microsoft.com/office/drawing/2014/main" id="{A931E34D-B55F-40AD-83AF-7163B7D714F7}"/>
                  </a:ext>
                </a:extLst>
              </p:cNvPr>
              <p:cNvCxnSpPr/>
              <p:nvPr userDrawn="1"/>
            </p:nvCxnSpPr>
            <p:spPr>
              <a:xfrm flipV="1">
                <a:off x="5269261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49">
                <a:extLst>
                  <a:ext uri="{FF2B5EF4-FFF2-40B4-BE49-F238E27FC236}">
                    <a16:creationId xmlns:a16="http://schemas.microsoft.com/office/drawing/2014/main" id="{85C0AB43-36CD-4E1C-BBD6-F6E40C7E2D07}"/>
                  </a:ext>
                </a:extLst>
              </p:cNvPr>
              <p:cNvCxnSpPr/>
              <p:nvPr userDrawn="1"/>
            </p:nvCxnSpPr>
            <p:spPr>
              <a:xfrm flipV="1">
                <a:off x="488966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50">
                <a:extLst>
                  <a:ext uri="{FF2B5EF4-FFF2-40B4-BE49-F238E27FC236}">
                    <a16:creationId xmlns:a16="http://schemas.microsoft.com/office/drawing/2014/main" id="{78CD91FC-28C9-4AC7-87D2-3236ADA79432}"/>
                  </a:ext>
                </a:extLst>
              </p:cNvPr>
              <p:cNvCxnSpPr/>
              <p:nvPr userDrawn="1"/>
            </p:nvCxnSpPr>
            <p:spPr>
              <a:xfrm flipV="1">
                <a:off x="4523327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51">
                <a:extLst>
                  <a:ext uri="{FF2B5EF4-FFF2-40B4-BE49-F238E27FC236}">
                    <a16:creationId xmlns:a16="http://schemas.microsoft.com/office/drawing/2014/main" id="{43CC5094-48A5-4786-A10E-9CE8FDA8F34F}"/>
                  </a:ext>
                </a:extLst>
              </p:cNvPr>
              <p:cNvCxnSpPr/>
              <p:nvPr userDrawn="1"/>
            </p:nvCxnSpPr>
            <p:spPr>
              <a:xfrm flipV="1">
                <a:off x="415592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52">
                <a:extLst>
                  <a:ext uri="{FF2B5EF4-FFF2-40B4-BE49-F238E27FC236}">
                    <a16:creationId xmlns:a16="http://schemas.microsoft.com/office/drawing/2014/main" id="{B1CF75A4-9F1F-48F6-AFDA-C7897F2C1B55}"/>
                  </a:ext>
                </a:extLst>
              </p:cNvPr>
              <p:cNvCxnSpPr/>
              <p:nvPr userDrawn="1"/>
            </p:nvCxnSpPr>
            <p:spPr>
              <a:xfrm flipV="1">
                <a:off x="3786582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53">
                <a:extLst>
                  <a:ext uri="{FF2B5EF4-FFF2-40B4-BE49-F238E27FC236}">
                    <a16:creationId xmlns:a16="http://schemas.microsoft.com/office/drawing/2014/main" id="{D8B3EC32-3BCC-4CF3-A8AB-D5695C387FB1}"/>
                  </a:ext>
                </a:extLst>
              </p:cNvPr>
              <p:cNvCxnSpPr/>
              <p:nvPr userDrawn="1"/>
            </p:nvCxnSpPr>
            <p:spPr>
              <a:xfrm flipV="1">
                <a:off x="342049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54">
                <a:extLst>
                  <a:ext uri="{FF2B5EF4-FFF2-40B4-BE49-F238E27FC236}">
                    <a16:creationId xmlns:a16="http://schemas.microsoft.com/office/drawing/2014/main" id="{646D2636-826F-4188-AECD-8E9F547C330E}"/>
                  </a:ext>
                </a:extLst>
              </p:cNvPr>
              <p:cNvCxnSpPr/>
              <p:nvPr userDrawn="1"/>
            </p:nvCxnSpPr>
            <p:spPr>
              <a:xfrm flipV="1">
                <a:off x="305109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55">
                <a:extLst>
                  <a:ext uri="{FF2B5EF4-FFF2-40B4-BE49-F238E27FC236}">
                    <a16:creationId xmlns:a16="http://schemas.microsoft.com/office/drawing/2014/main" id="{D5190618-4665-4F2E-8844-020AD30239F6}"/>
                  </a:ext>
                </a:extLst>
              </p:cNvPr>
              <p:cNvCxnSpPr/>
              <p:nvPr userDrawn="1"/>
            </p:nvCxnSpPr>
            <p:spPr>
              <a:xfrm flipV="1">
                <a:off x="2674287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56">
                <a:extLst>
                  <a:ext uri="{FF2B5EF4-FFF2-40B4-BE49-F238E27FC236}">
                    <a16:creationId xmlns:a16="http://schemas.microsoft.com/office/drawing/2014/main" id="{E501E497-7672-440E-967B-911C1D6B4B10}"/>
                  </a:ext>
                </a:extLst>
              </p:cNvPr>
              <p:cNvCxnSpPr/>
              <p:nvPr userDrawn="1"/>
            </p:nvCxnSpPr>
            <p:spPr>
              <a:xfrm flipV="1">
                <a:off x="230853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57">
                <a:extLst>
                  <a:ext uri="{FF2B5EF4-FFF2-40B4-BE49-F238E27FC236}">
                    <a16:creationId xmlns:a16="http://schemas.microsoft.com/office/drawing/2014/main" id="{8A688C29-83E0-4CC9-A8C5-B6B30A57710C}"/>
                  </a:ext>
                </a:extLst>
              </p:cNvPr>
              <p:cNvCxnSpPr/>
              <p:nvPr userDrawn="1"/>
            </p:nvCxnSpPr>
            <p:spPr>
              <a:xfrm flipV="1">
                <a:off x="193107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58">
                <a:extLst>
                  <a:ext uri="{FF2B5EF4-FFF2-40B4-BE49-F238E27FC236}">
                    <a16:creationId xmlns:a16="http://schemas.microsoft.com/office/drawing/2014/main" id="{8D3348AE-2C08-472A-92E4-12BF79B738D1}"/>
                  </a:ext>
                </a:extLst>
              </p:cNvPr>
              <p:cNvCxnSpPr/>
              <p:nvPr userDrawn="1"/>
            </p:nvCxnSpPr>
            <p:spPr>
              <a:xfrm flipV="1">
                <a:off x="155844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59">
                <a:extLst>
                  <a:ext uri="{FF2B5EF4-FFF2-40B4-BE49-F238E27FC236}">
                    <a16:creationId xmlns:a16="http://schemas.microsoft.com/office/drawing/2014/main" id="{D93531AE-9D57-49CA-BC46-F7384685F786}"/>
                  </a:ext>
                </a:extLst>
              </p:cNvPr>
              <p:cNvCxnSpPr/>
              <p:nvPr userDrawn="1"/>
            </p:nvCxnSpPr>
            <p:spPr>
              <a:xfrm flipV="1">
                <a:off x="118838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60">
                <a:extLst>
                  <a:ext uri="{FF2B5EF4-FFF2-40B4-BE49-F238E27FC236}">
                    <a16:creationId xmlns:a16="http://schemas.microsoft.com/office/drawing/2014/main" id="{6130565B-76F2-434C-8896-54E337D6B462}"/>
                  </a:ext>
                </a:extLst>
              </p:cNvPr>
              <p:cNvCxnSpPr/>
              <p:nvPr userDrawn="1"/>
            </p:nvCxnSpPr>
            <p:spPr>
              <a:xfrm flipV="1">
                <a:off x="81408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61">
                <a:extLst>
                  <a:ext uri="{FF2B5EF4-FFF2-40B4-BE49-F238E27FC236}">
                    <a16:creationId xmlns:a16="http://schemas.microsoft.com/office/drawing/2014/main" id="{A0D45B84-40CC-46CF-ACE4-C3A1732817B3}"/>
                  </a:ext>
                </a:extLst>
              </p:cNvPr>
              <p:cNvCxnSpPr/>
              <p:nvPr userDrawn="1"/>
            </p:nvCxnSpPr>
            <p:spPr>
              <a:xfrm flipV="1">
                <a:off x="44226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07D574C9-96B2-42EF-A9BC-D62E458D5C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9754-3A1E-461E-B289-FE7FC85C2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00" y="882000"/>
            <a:ext cx="11764800" cy="532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pic>
        <p:nvPicPr>
          <p:cNvPr id="93" name="Picture 58">
            <a:extLst>
              <a:ext uri="{FF2B5EF4-FFF2-40B4-BE49-F238E27FC236}">
                <a16:creationId xmlns:a16="http://schemas.microsoft.com/office/drawing/2014/main" id="{FACF339E-D219-4088-BAC1-2C9C82F8139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1489" y="-216085"/>
            <a:ext cx="2093892" cy="1314000"/>
          </a:xfrm>
          <a:prstGeom prst="rect">
            <a:avLst/>
          </a:prstGeom>
        </p:spPr>
      </p:pic>
      <p:sp>
        <p:nvSpPr>
          <p:cNvPr id="31" name="Text Box 38">
            <a:extLst>
              <a:ext uri="{FF2B5EF4-FFF2-40B4-BE49-F238E27FC236}">
                <a16:creationId xmlns:a16="http://schemas.microsoft.com/office/drawing/2014/main" id="{877F5B03-CBC3-47CB-9BB2-474A78C4A2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05939" y="6201716"/>
            <a:ext cx="375149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lvl="2" algn="r">
              <a:spcBef>
                <a:spcPct val="50000"/>
              </a:spcBef>
            </a:pPr>
            <a:fld id="{BBA2E11D-44E1-43DD-A173-928128880055}" type="slidenum">
              <a:rPr lang="en-GB" sz="800" noProof="1" smtClean="0">
                <a:solidFill>
                  <a:srgbClr val="8197A6"/>
                </a:solidFill>
                <a:latin typeface="Arial" charset="0"/>
                <a:ea typeface="Arial" charset="0"/>
                <a:cs typeface="Arial" charset="0"/>
              </a:rPr>
              <a:pPr lvl="2" algn="r">
                <a:spcBef>
                  <a:spcPct val="50000"/>
                </a:spcBef>
              </a:pPr>
              <a:t>‹#›</a:t>
            </a:fld>
            <a:endParaRPr lang="en-GB" sz="800" b="0" i="0" noProof="0" dirty="0">
              <a:solidFill>
                <a:srgbClr val="8197A6"/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169177D-0A1A-473D-A441-30308DA5D342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5">
            <a:extLst>
              <a:ext uri="{FF2B5EF4-FFF2-40B4-BE49-F238E27FC236}">
                <a16:creationId xmlns:a16="http://schemas.microsoft.com/office/drawing/2014/main" id="{A1C08A2A-43B0-4D03-AF1E-0D004DAB9E1F}"/>
              </a:ext>
            </a:extLst>
          </p:cNvPr>
          <p:cNvPicPr>
            <a:picLocks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2800" y="6584400"/>
            <a:ext cx="1638000" cy="10440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EBB965BA-5FAA-5543-9444-B14F3D19DD2B}"/>
              </a:ext>
            </a:extLst>
          </p:cNvPr>
          <p:cNvPicPr/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1" y="6457573"/>
            <a:ext cx="9956800" cy="40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9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F7EBEFD-575C-41B1-A67E-5CFB4555D1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9" y="0"/>
            <a:ext cx="12192000" cy="6858000"/>
          </a:xfrm>
          <a:prstGeom prst="rect">
            <a:avLst/>
          </a:prstGeom>
        </p:spPr>
      </p:pic>
      <p:sp>
        <p:nvSpPr>
          <p:cNvPr id="34" name="Rectangle 38">
            <a:extLst>
              <a:ext uri="{FF2B5EF4-FFF2-40B4-BE49-F238E27FC236}">
                <a16:creationId xmlns:a16="http://schemas.microsoft.com/office/drawing/2014/main" id="{9C759BF4-95BD-4497-8F73-35566BC9CAF7}"/>
              </a:ext>
            </a:extLst>
          </p:cNvPr>
          <p:cNvSpPr/>
          <p:nvPr userDrawn="1"/>
        </p:nvSpPr>
        <p:spPr>
          <a:xfrm>
            <a:off x="-1" y="0"/>
            <a:ext cx="12222000" cy="6858000"/>
          </a:xfrm>
          <a:prstGeom prst="rect">
            <a:avLst/>
          </a:prstGeom>
          <a:solidFill>
            <a:srgbClr val="00324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7D574C9-96B2-42EF-A9BC-D62E458D5C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32" name="Picture 58">
            <a:extLst>
              <a:ext uri="{FF2B5EF4-FFF2-40B4-BE49-F238E27FC236}">
                <a16:creationId xmlns:a16="http://schemas.microsoft.com/office/drawing/2014/main" id="{A9766FEA-5C39-42C1-9AEE-A80D8B6D13B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1489" y="-216085"/>
            <a:ext cx="2093892" cy="1314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9754-3A1E-461E-B289-FE7FC85C2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00" y="882000"/>
            <a:ext cx="11795828" cy="532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Box 38">
            <a:extLst>
              <a:ext uri="{FF2B5EF4-FFF2-40B4-BE49-F238E27FC236}">
                <a16:creationId xmlns:a16="http://schemas.microsoft.com/office/drawing/2014/main" id="{CC8E513C-B257-4001-A64F-C4F555784E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05939" y="6201716"/>
            <a:ext cx="375149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lvl="2" algn="r">
              <a:spcBef>
                <a:spcPct val="50000"/>
              </a:spcBef>
            </a:pPr>
            <a:fld id="{BBA2E11D-44E1-43DD-A173-928128880055}" type="slidenum">
              <a:rPr lang="en-GB" sz="800" noProof="1" smtClean="0">
                <a:solidFill>
                  <a:srgbClr val="8197A6"/>
                </a:solidFill>
                <a:latin typeface="Arial" charset="0"/>
                <a:ea typeface="Arial" charset="0"/>
                <a:cs typeface="Arial" charset="0"/>
              </a:rPr>
              <a:pPr lvl="2" algn="r">
                <a:spcBef>
                  <a:spcPct val="50000"/>
                </a:spcBef>
              </a:pPr>
              <a:t>‹#›</a:t>
            </a:fld>
            <a:endParaRPr lang="en-GB" sz="800" b="0" i="0" noProof="0" dirty="0">
              <a:solidFill>
                <a:srgbClr val="8197A6"/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B07C0CE-868D-441F-9172-855E6BBC9937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D9BD8BD-E627-4DB4-995D-EF9C10CE7A3F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5">
            <a:extLst>
              <a:ext uri="{FF2B5EF4-FFF2-40B4-BE49-F238E27FC236}">
                <a16:creationId xmlns:a16="http://schemas.microsoft.com/office/drawing/2014/main" id="{A082AF12-8B0D-46A0-A0F7-B4CDDC2964B6}"/>
              </a:ext>
            </a:extLst>
          </p:cNvPr>
          <p:cNvPicPr>
            <a:picLocks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2800" y="6584400"/>
            <a:ext cx="1638000" cy="1044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BB965BA-5FAA-5543-9444-B14F3D19DD2B}"/>
              </a:ext>
            </a:extLst>
          </p:cNvPr>
          <p:cNvPicPr/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19" y="6455482"/>
            <a:ext cx="9956800" cy="40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71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G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8A5977A4-BB16-49BB-AB1A-4481F0EDCE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39" y="-1"/>
            <a:ext cx="12191999" cy="6858001"/>
          </a:xfrm>
          <a:prstGeom prst="rect">
            <a:avLst/>
          </a:prstGeom>
        </p:spPr>
      </p:pic>
      <p:sp>
        <p:nvSpPr>
          <p:cNvPr id="34" name="Rectangle 38">
            <a:extLst>
              <a:ext uri="{FF2B5EF4-FFF2-40B4-BE49-F238E27FC236}">
                <a16:creationId xmlns:a16="http://schemas.microsoft.com/office/drawing/2014/main" id="{9C759BF4-95BD-4497-8F73-35566BC9CAF7}"/>
              </a:ext>
            </a:extLst>
          </p:cNvPr>
          <p:cNvSpPr/>
          <p:nvPr userDrawn="1"/>
        </p:nvSpPr>
        <p:spPr>
          <a:xfrm>
            <a:off x="-1" y="0"/>
            <a:ext cx="12222000" cy="6858000"/>
          </a:xfrm>
          <a:prstGeom prst="rect">
            <a:avLst/>
          </a:prstGeom>
          <a:solidFill>
            <a:srgbClr val="00324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lt1">
                  <a:alpha val="60000"/>
                </a:schemeClr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7D574C9-96B2-42EF-A9BC-D62E458D5C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9754-3A1E-461E-B289-FE7FC85C2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00" y="882000"/>
            <a:ext cx="11764800" cy="532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pic>
        <p:nvPicPr>
          <p:cNvPr id="32" name="Picture 58">
            <a:extLst>
              <a:ext uri="{FF2B5EF4-FFF2-40B4-BE49-F238E27FC236}">
                <a16:creationId xmlns:a16="http://schemas.microsoft.com/office/drawing/2014/main" id="{A9766FEA-5C39-42C1-9AEE-A80D8B6D13B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1489" y="-216085"/>
            <a:ext cx="2093892" cy="1314000"/>
          </a:xfrm>
          <a:prstGeom prst="rect">
            <a:avLst/>
          </a:prstGeom>
        </p:spPr>
      </p:pic>
      <p:sp>
        <p:nvSpPr>
          <p:cNvPr id="5" name="Text Box 38">
            <a:extLst>
              <a:ext uri="{FF2B5EF4-FFF2-40B4-BE49-F238E27FC236}">
                <a16:creationId xmlns:a16="http://schemas.microsoft.com/office/drawing/2014/main" id="{7EAA3B37-8161-430C-A74C-2E26E270DE0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05939" y="6201716"/>
            <a:ext cx="375149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lvl="2" algn="r">
              <a:spcBef>
                <a:spcPct val="50000"/>
              </a:spcBef>
            </a:pPr>
            <a:fld id="{BBA2E11D-44E1-43DD-A173-928128880055}" type="slidenum">
              <a:rPr lang="en-GB" sz="800" noProof="1" smtClean="0">
                <a:solidFill>
                  <a:srgbClr val="8197A6"/>
                </a:solidFill>
                <a:latin typeface="Arial" charset="0"/>
                <a:ea typeface="Arial" charset="0"/>
                <a:cs typeface="Arial" charset="0"/>
              </a:rPr>
              <a:pPr lvl="2" algn="r">
                <a:spcBef>
                  <a:spcPct val="50000"/>
                </a:spcBef>
              </a:pPr>
              <a:t>‹#›</a:t>
            </a:fld>
            <a:endParaRPr lang="en-GB" sz="800" b="0" i="0" noProof="0" dirty="0">
              <a:solidFill>
                <a:srgbClr val="8197A6"/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1D0BD0C-90FA-4A65-A211-20F51E262112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E218FD4-D33E-4CCA-83D9-138CB8B5B440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5">
            <a:extLst>
              <a:ext uri="{FF2B5EF4-FFF2-40B4-BE49-F238E27FC236}">
                <a16:creationId xmlns:a16="http://schemas.microsoft.com/office/drawing/2014/main" id="{D090B4E4-9F3E-4CA2-B242-40F8E5033645}"/>
              </a:ext>
            </a:extLst>
          </p:cNvPr>
          <p:cNvPicPr>
            <a:picLocks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2800" y="6584400"/>
            <a:ext cx="1638000" cy="104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BB965BA-5FAA-5543-9444-B14F3D19DD2B}"/>
              </a:ext>
            </a:extLst>
          </p:cNvPr>
          <p:cNvPicPr/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86" y="6456393"/>
            <a:ext cx="9956800" cy="40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659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37" hidden="1">
            <a:extLst>
              <a:ext uri="{FF2B5EF4-FFF2-40B4-BE49-F238E27FC236}">
                <a16:creationId xmlns:a16="http://schemas.microsoft.com/office/drawing/2014/main" id="{978F2107-068F-4327-9136-6EB3073A4403}"/>
              </a:ext>
            </a:extLst>
          </p:cNvPr>
          <p:cNvGrpSpPr/>
          <p:nvPr userDrawn="1"/>
        </p:nvGrpSpPr>
        <p:grpSpPr>
          <a:xfrm>
            <a:off x="443470" y="3456849"/>
            <a:ext cx="11852806" cy="2970388"/>
            <a:chOff x="442260" y="3600153"/>
            <a:chExt cx="11820483" cy="2970388"/>
          </a:xfrm>
        </p:grpSpPr>
        <p:cxnSp>
          <p:nvCxnSpPr>
            <p:cNvPr id="7" name="Straight Connector 38">
              <a:extLst>
                <a:ext uri="{FF2B5EF4-FFF2-40B4-BE49-F238E27FC236}">
                  <a16:creationId xmlns:a16="http://schemas.microsoft.com/office/drawing/2014/main" id="{B5909EFF-FFE7-4DCA-BB35-2930538F8575}"/>
                </a:ext>
              </a:extLst>
            </p:cNvPr>
            <p:cNvCxnSpPr/>
            <p:nvPr userDrawn="1"/>
          </p:nvCxnSpPr>
          <p:spPr>
            <a:xfrm flipV="1">
              <a:off x="9302285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39">
              <a:extLst>
                <a:ext uri="{FF2B5EF4-FFF2-40B4-BE49-F238E27FC236}">
                  <a16:creationId xmlns:a16="http://schemas.microsoft.com/office/drawing/2014/main" id="{BBF66BD5-8EBB-4321-AEA7-778A769BCD0F}"/>
                </a:ext>
              </a:extLst>
            </p:cNvPr>
            <p:cNvCxnSpPr/>
            <p:nvPr userDrawn="1"/>
          </p:nvCxnSpPr>
          <p:spPr>
            <a:xfrm flipV="1">
              <a:off x="8773056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40">
              <a:extLst>
                <a:ext uri="{FF2B5EF4-FFF2-40B4-BE49-F238E27FC236}">
                  <a16:creationId xmlns:a16="http://schemas.microsoft.com/office/drawing/2014/main" id="{B6105F55-6F73-4EAC-A6FE-341C1EDD082D}"/>
                </a:ext>
              </a:extLst>
            </p:cNvPr>
            <p:cNvCxnSpPr/>
            <p:nvPr userDrawn="1"/>
          </p:nvCxnSpPr>
          <p:spPr>
            <a:xfrm flipV="1">
              <a:off x="8235524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41">
              <a:extLst>
                <a:ext uri="{FF2B5EF4-FFF2-40B4-BE49-F238E27FC236}">
                  <a16:creationId xmlns:a16="http://schemas.microsoft.com/office/drawing/2014/main" id="{231C4A1D-0D18-4C45-8CD2-9B482D211697}"/>
                </a:ext>
              </a:extLst>
            </p:cNvPr>
            <p:cNvCxnSpPr/>
            <p:nvPr userDrawn="1"/>
          </p:nvCxnSpPr>
          <p:spPr>
            <a:xfrm flipV="1">
              <a:off x="7866030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42">
              <a:extLst>
                <a:ext uri="{FF2B5EF4-FFF2-40B4-BE49-F238E27FC236}">
                  <a16:creationId xmlns:a16="http://schemas.microsoft.com/office/drawing/2014/main" id="{887B699A-26D9-4993-847C-C919922EE7EC}"/>
                </a:ext>
              </a:extLst>
            </p:cNvPr>
            <p:cNvCxnSpPr/>
            <p:nvPr userDrawn="1"/>
          </p:nvCxnSpPr>
          <p:spPr>
            <a:xfrm flipV="1">
              <a:off x="7498863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43">
              <a:extLst>
                <a:ext uri="{FF2B5EF4-FFF2-40B4-BE49-F238E27FC236}">
                  <a16:creationId xmlns:a16="http://schemas.microsoft.com/office/drawing/2014/main" id="{2861B340-F5C1-4BA1-BA98-8D650473066B}"/>
                </a:ext>
              </a:extLst>
            </p:cNvPr>
            <p:cNvCxnSpPr/>
            <p:nvPr userDrawn="1"/>
          </p:nvCxnSpPr>
          <p:spPr>
            <a:xfrm flipV="1">
              <a:off x="7127208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4">
              <a:extLst>
                <a:ext uri="{FF2B5EF4-FFF2-40B4-BE49-F238E27FC236}">
                  <a16:creationId xmlns:a16="http://schemas.microsoft.com/office/drawing/2014/main" id="{C3568F9F-131F-4452-A304-F5E5399BCD8C}"/>
                </a:ext>
              </a:extLst>
            </p:cNvPr>
            <p:cNvCxnSpPr/>
            <p:nvPr userDrawn="1"/>
          </p:nvCxnSpPr>
          <p:spPr>
            <a:xfrm flipV="1">
              <a:off x="6758651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45">
              <a:extLst>
                <a:ext uri="{FF2B5EF4-FFF2-40B4-BE49-F238E27FC236}">
                  <a16:creationId xmlns:a16="http://schemas.microsoft.com/office/drawing/2014/main" id="{CF836D01-B716-45B7-86B0-7412F0310BC3}"/>
                </a:ext>
              </a:extLst>
            </p:cNvPr>
            <p:cNvCxnSpPr/>
            <p:nvPr userDrawn="1"/>
          </p:nvCxnSpPr>
          <p:spPr>
            <a:xfrm flipV="1">
              <a:off x="6389469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46">
              <a:extLst>
                <a:ext uri="{FF2B5EF4-FFF2-40B4-BE49-F238E27FC236}">
                  <a16:creationId xmlns:a16="http://schemas.microsoft.com/office/drawing/2014/main" id="{456D7560-3022-407D-A56A-387D1CF7CBBE}"/>
                </a:ext>
              </a:extLst>
            </p:cNvPr>
            <p:cNvCxnSpPr/>
            <p:nvPr userDrawn="1"/>
          </p:nvCxnSpPr>
          <p:spPr>
            <a:xfrm flipV="1">
              <a:off x="6009868" y="3607282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47">
              <a:extLst>
                <a:ext uri="{FF2B5EF4-FFF2-40B4-BE49-F238E27FC236}">
                  <a16:creationId xmlns:a16="http://schemas.microsoft.com/office/drawing/2014/main" id="{C7A0A529-063D-45DD-8385-C74DBDC59E7E}"/>
                </a:ext>
              </a:extLst>
            </p:cNvPr>
            <p:cNvCxnSpPr/>
            <p:nvPr userDrawn="1"/>
          </p:nvCxnSpPr>
          <p:spPr>
            <a:xfrm flipV="1">
              <a:off x="5643989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8">
              <a:extLst>
                <a:ext uri="{FF2B5EF4-FFF2-40B4-BE49-F238E27FC236}">
                  <a16:creationId xmlns:a16="http://schemas.microsoft.com/office/drawing/2014/main" id="{A931E34D-B55F-40AD-83AF-7163B7D714F7}"/>
                </a:ext>
              </a:extLst>
            </p:cNvPr>
            <p:cNvCxnSpPr/>
            <p:nvPr userDrawn="1"/>
          </p:nvCxnSpPr>
          <p:spPr>
            <a:xfrm flipV="1">
              <a:off x="5269261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49">
              <a:extLst>
                <a:ext uri="{FF2B5EF4-FFF2-40B4-BE49-F238E27FC236}">
                  <a16:creationId xmlns:a16="http://schemas.microsoft.com/office/drawing/2014/main" id="{85C0AB43-36CD-4E1C-BBD6-F6E40C7E2D07}"/>
                </a:ext>
              </a:extLst>
            </p:cNvPr>
            <p:cNvCxnSpPr/>
            <p:nvPr userDrawn="1"/>
          </p:nvCxnSpPr>
          <p:spPr>
            <a:xfrm flipV="1">
              <a:off x="4889660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50">
              <a:extLst>
                <a:ext uri="{FF2B5EF4-FFF2-40B4-BE49-F238E27FC236}">
                  <a16:creationId xmlns:a16="http://schemas.microsoft.com/office/drawing/2014/main" id="{78CD91FC-28C9-4AC7-87D2-3236ADA79432}"/>
                </a:ext>
              </a:extLst>
            </p:cNvPr>
            <p:cNvCxnSpPr/>
            <p:nvPr userDrawn="1"/>
          </p:nvCxnSpPr>
          <p:spPr>
            <a:xfrm flipV="1">
              <a:off x="4523327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51">
              <a:extLst>
                <a:ext uri="{FF2B5EF4-FFF2-40B4-BE49-F238E27FC236}">
                  <a16:creationId xmlns:a16="http://schemas.microsoft.com/office/drawing/2014/main" id="{43CC5094-48A5-4786-A10E-9CE8FDA8F34F}"/>
                </a:ext>
              </a:extLst>
            </p:cNvPr>
            <p:cNvCxnSpPr/>
            <p:nvPr userDrawn="1"/>
          </p:nvCxnSpPr>
          <p:spPr>
            <a:xfrm flipV="1">
              <a:off x="4155926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52">
              <a:extLst>
                <a:ext uri="{FF2B5EF4-FFF2-40B4-BE49-F238E27FC236}">
                  <a16:creationId xmlns:a16="http://schemas.microsoft.com/office/drawing/2014/main" id="{B1CF75A4-9F1F-48F6-AFDA-C7897F2C1B55}"/>
                </a:ext>
              </a:extLst>
            </p:cNvPr>
            <p:cNvCxnSpPr/>
            <p:nvPr userDrawn="1"/>
          </p:nvCxnSpPr>
          <p:spPr>
            <a:xfrm flipV="1">
              <a:off x="3786582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53">
              <a:extLst>
                <a:ext uri="{FF2B5EF4-FFF2-40B4-BE49-F238E27FC236}">
                  <a16:creationId xmlns:a16="http://schemas.microsoft.com/office/drawing/2014/main" id="{D8B3EC32-3BCC-4CF3-A8AB-D5695C387FB1}"/>
                </a:ext>
              </a:extLst>
            </p:cNvPr>
            <p:cNvCxnSpPr/>
            <p:nvPr userDrawn="1"/>
          </p:nvCxnSpPr>
          <p:spPr>
            <a:xfrm flipV="1">
              <a:off x="3420490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54">
              <a:extLst>
                <a:ext uri="{FF2B5EF4-FFF2-40B4-BE49-F238E27FC236}">
                  <a16:creationId xmlns:a16="http://schemas.microsoft.com/office/drawing/2014/main" id="{646D2636-826F-4188-AECD-8E9F547C330E}"/>
                </a:ext>
              </a:extLst>
            </p:cNvPr>
            <p:cNvCxnSpPr/>
            <p:nvPr userDrawn="1"/>
          </p:nvCxnSpPr>
          <p:spPr>
            <a:xfrm flipV="1">
              <a:off x="3051095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55">
              <a:extLst>
                <a:ext uri="{FF2B5EF4-FFF2-40B4-BE49-F238E27FC236}">
                  <a16:creationId xmlns:a16="http://schemas.microsoft.com/office/drawing/2014/main" id="{D5190618-4665-4F2E-8844-020AD30239F6}"/>
                </a:ext>
              </a:extLst>
            </p:cNvPr>
            <p:cNvCxnSpPr/>
            <p:nvPr userDrawn="1"/>
          </p:nvCxnSpPr>
          <p:spPr>
            <a:xfrm flipV="1">
              <a:off x="2674287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56">
              <a:extLst>
                <a:ext uri="{FF2B5EF4-FFF2-40B4-BE49-F238E27FC236}">
                  <a16:creationId xmlns:a16="http://schemas.microsoft.com/office/drawing/2014/main" id="{E501E497-7672-440E-967B-911C1D6B4B10}"/>
                </a:ext>
              </a:extLst>
            </p:cNvPr>
            <p:cNvCxnSpPr/>
            <p:nvPr userDrawn="1"/>
          </p:nvCxnSpPr>
          <p:spPr>
            <a:xfrm flipV="1">
              <a:off x="2308530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57">
              <a:extLst>
                <a:ext uri="{FF2B5EF4-FFF2-40B4-BE49-F238E27FC236}">
                  <a16:creationId xmlns:a16="http://schemas.microsoft.com/office/drawing/2014/main" id="{8A688C29-83E0-4CC9-A8C5-B6B30A57710C}"/>
                </a:ext>
              </a:extLst>
            </p:cNvPr>
            <p:cNvCxnSpPr/>
            <p:nvPr userDrawn="1"/>
          </p:nvCxnSpPr>
          <p:spPr>
            <a:xfrm flipV="1">
              <a:off x="1931070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58">
              <a:extLst>
                <a:ext uri="{FF2B5EF4-FFF2-40B4-BE49-F238E27FC236}">
                  <a16:creationId xmlns:a16="http://schemas.microsoft.com/office/drawing/2014/main" id="{8D3348AE-2C08-472A-92E4-12BF79B738D1}"/>
                </a:ext>
              </a:extLst>
            </p:cNvPr>
            <p:cNvCxnSpPr/>
            <p:nvPr userDrawn="1"/>
          </p:nvCxnSpPr>
          <p:spPr>
            <a:xfrm flipV="1">
              <a:off x="1558445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59">
              <a:extLst>
                <a:ext uri="{FF2B5EF4-FFF2-40B4-BE49-F238E27FC236}">
                  <a16:creationId xmlns:a16="http://schemas.microsoft.com/office/drawing/2014/main" id="{D93531AE-9D57-49CA-BC46-F7384685F786}"/>
                </a:ext>
              </a:extLst>
            </p:cNvPr>
            <p:cNvCxnSpPr/>
            <p:nvPr userDrawn="1"/>
          </p:nvCxnSpPr>
          <p:spPr>
            <a:xfrm flipV="1">
              <a:off x="1188389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60">
              <a:extLst>
                <a:ext uri="{FF2B5EF4-FFF2-40B4-BE49-F238E27FC236}">
                  <a16:creationId xmlns:a16="http://schemas.microsoft.com/office/drawing/2014/main" id="{6130565B-76F2-434C-8896-54E337D6B462}"/>
                </a:ext>
              </a:extLst>
            </p:cNvPr>
            <p:cNvCxnSpPr/>
            <p:nvPr userDrawn="1"/>
          </p:nvCxnSpPr>
          <p:spPr>
            <a:xfrm flipV="1">
              <a:off x="814086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61">
              <a:extLst>
                <a:ext uri="{FF2B5EF4-FFF2-40B4-BE49-F238E27FC236}">
                  <a16:creationId xmlns:a16="http://schemas.microsoft.com/office/drawing/2014/main" id="{A0D45B84-40CC-46CF-ACE4-C3A1732817B3}"/>
                </a:ext>
              </a:extLst>
            </p:cNvPr>
            <p:cNvCxnSpPr/>
            <p:nvPr userDrawn="1"/>
          </p:nvCxnSpPr>
          <p:spPr>
            <a:xfrm flipV="1">
              <a:off x="442260" y="3600153"/>
              <a:ext cx="2960458" cy="2963259"/>
            </a:xfrm>
            <a:prstGeom prst="line">
              <a:avLst/>
            </a:prstGeom>
            <a:ln w="1270">
              <a:gradFill>
                <a:gsLst>
                  <a:gs pos="89000">
                    <a:srgbClr val="003249">
                      <a:alpha val="0"/>
                    </a:srgbClr>
                  </a:gs>
                  <a:gs pos="0">
                    <a:srgbClr val="335E6F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07D574C9-96B2-42EF-A9BC-D62E458D5C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9754-3A1E-461E-B289-FE7FC85C2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00" y="882000"/>
            <a:ext cx="11764800" cy="532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A3B2CC-22C7-4C59-85A3-CCCBA769164E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27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D3CCAE-5E68-40B7-96F4-1867CB3C21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graphicFrame>
        <p:nvGraphicFramePr>
          <p:cNvPr id="3" name="Chart 62">
            <a:extLst>
              <a:ext uri="{FF2B5EF4-FFF2-40B4-BE49-F238E27FC236}">
                <a16:creationId xmlns:a16="http://schemas.microsoft.com/office/drawing/2014/main" id="{F74DFCCB-83DE-47F4-9FF3-8FAEE5BF92D8}"/>
              </a:ext>
            </a:extLst>
          </p:cNvPr>
          <p:cNvGraphicFramePr/>
          <p:nvPr userDrawn="1"/>
        </p:nvGraphicFramePr>
        <p:xfrm>
          <a:off x="279036" y="1321782"/>
          <a:ext cx="11656060" cy="4623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62">
            <a:extLst>
              <a:ext uri="{FF2B5EF4-FFF2-40B4-BE49-F238E27FC236}">
                <a16:creationId xmlns:a16="http://schemas.microsoft.com/office/drawing/2014/main" id="{1D3688BC-A29F-4FC4-A11A-398FE4188E1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739158341"/>
              </p:ext>
            </p:extLst>
          </p:nvPr>
        </p:nvGraphicFramePr>
        <p:xfrm>
          <a:off x="278274" y="1348840"/>
          <a:ext cx="11624275" cy="4718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C25CBC-BE3D-46D1-BD43-1C74BF3C2783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18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00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00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300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00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300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00"/>
                            </p:stCondLst>
                            <p:childTnLst>
                              <p:par>
                                <p:cTn id="37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300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00"/>
                            </p:stCondLst>
                            <p:childTnLst>
                              <p:par>
                                <p:cTn id="41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300"/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300"/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300"/>
                            </p:stCondLst>
                            <p:childTnLst>
                              <p:par>
                                <p:cTn id="49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300"/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600"/>
                            </p:stCondLst>
                            <p:childTnLst>
                              <p:par>
                                <p:cTn id="53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300"/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900"/>
                            </p:stCondLst>
                            <p:childTnLst>
                              <p:par>
                                <p:cTn id="57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300"/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200"/>
                            </p:stCondLst>
                            <p:childTnLst>
                              <p:par>
                                <p:cTn id="61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300"/>
                                        <p:tgtEl>
                                          <p:spTgt spid="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300"/>
                                        <p:tgtEl>
                                          <p:spTgt spid="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800"/>
                            </p:stCondLst>
                            <p:childTnLst>
                              <p:par>
                                <p:cTn id="69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300"/>
                                        <p:tgtEl>
                                          <p:spTgt spid="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100"/>
                            </p:stCondLst>
                            <p:childTnLst>
                              <p:par>
                                <p:cTn id="73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300"/>
                                        <p:tgtEl>
                                          <p:spTgt spid="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400"/>
                            </p:stCondLst>
                            <p:childTnLst>
                              <p:par>
                                <p:cTn id="77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300"/>
                                        <p:tgtEl>
                                          <p:spTgt spid="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700"/>
                            </p:stCondLst>
                            <p:childTnLst>
                              <p:par>
                                <p:cTn id="81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300"/>
                                        <p:tgtEl>
                                          <p:spTgt spid="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000"/>
                            </p:stCondLst>
                            <p:childTnLst>
                              <p:par>
                                <p:cTn id="85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300"/>
                                        <p:tgtEl>
                                          <p:spTgt spid="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300"/>
                            </p:stCondLst>
                            <p:childTnLst>
                              <p:par>
                                <p:cTn id="89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300"/>
                                        <p:tgtEl>
                                          <p:spTgt spid="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600"/>
                            </p:stCondLst>
                            <p:childTnLst>
                              <p:par>
                                <p:cTn id="93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300"/>
                                        <p:tgtEl>
                                          <p:spTgt spid="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900"/>
                            </p:stCondLst>
                            <p:childTnLst>
                              <p:par>
                                <p:cTn id="97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300"/>
                                        <p:tgtEl>
                                          <p:spTgt spid="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200"/>
                            </p:stCondLst>
                            <p:childTnLst>
                              <p:par>
                                <p:cTn id="101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300"/>
                                        <p:tgtEl>
                                          <p:spTgt spid="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500"/>
                            </p:stCondLst>
                            <p:childTnLst>
                              <p:par>
                                <p:cTn id="105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300"/>
                                        <p:tgtEl>
                                          <p:spTgt spid="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category"/>
        </p:bldSub>
      </p:bldGraphic>
      <p:bldGraphic spid="6" grpId="0">
        <p:bldSub>
          <a:bldChart bld="category"/>
        </p:bldSub>
      </p:bldGraphic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1B31BE-8F00-4FD0-B83D-49F14B7AA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graphicFrame>
        <p:nvGraphicFramePr>
          <p:cNvPr id="3" name="Chart 62">
            <a:extLst>
              <a:ext uri="{FF2B5EF4-FFF2-40B4-BE49-F238E27FC236}">
                <a16:creationId xmlns:a16="http://schemas.microsoft.com/office/drawing/2014/main" id="{ACF06B11-18F4-4720-A183-165C1FB85F6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38956742"/>
              </p:ext>
            </p:extLst>
          </p:nvPr>
        </p:nvGraphicFramePr>
        <p:xfrm>
          <a:off x="279036" y="1219353"/>
          <a:ext cx="11656060" cy="4735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E83576-B81F-4D84-AFEF-710D604A14CD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12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00"/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"/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00"/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300"/>
                                        <p:tgtEl>
                                          <p:spTgt spid="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00"/>
                                        <p:tgtEl>
                                          <p:spTgt spid="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300"/>
                                        <p:tgtEl>
                                          <p:spTgt spid="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00"/>
                            </p:stCondLst>
                            <p:childTnLst>
                              <p:par>
                                <p:cTn id="37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300"/>
                                        <p:tgtEl>
                                          <p:spTgt spid="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00"/>
                            </p:stCondLst>
                            <p:childTnLst>
                              <p:par>
                                <p:cTn id="41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300"/>
                                        <p:tgtEl>
                                          <p:spTgt spid="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300"/>
                                        <p:tgtEl>
                                          <p:spTgt spid="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300"/>
                            </p:stCondLst>
                            <p:childTnLst>
                              <p:par>
                                <p:cTn id="49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300"/>
                                        <p:tgtEl>
                                          <p:spTgt spid="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600"/>
                            </p:stCondLst>
                            <p:childTnLst>
                              <p:par>
                                <p:cTn id="53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300"/>
                                        <p:tgtEl>
                                          <p:spTgt spid="3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900"/>
                            </p:stCondLst>
                            <p:childTnLst>
                              <p:par>
                                <p:cTn id="57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300"/>
                                        <p:tgtEl>
                                          <p:spTgt spid="3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200"/>
                            </p:stCondLst>
                            <p:childTnLst>
                              <p:par>
                                <p:cTn id="61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300"/>
                                        <p:tgtEl>
                                          <p:spTgt spid="3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300"/>
                                        <p:tgtEl>
                                          <p:spTgt spid="3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800"/>
                            </p:stCondLst>
                            <p:childTnLst>
                              <p:par>
                                <p:cTn id="69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300"/>
                                        <p:tgtEl>
                                          <p:spTgt spid="3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100"/>
                            </p:stCondLst>
                            <p:childTnLst>
                              <p:par>
                                <p:cTn id="73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300"/>
                                        <p:tgtEl>
                                          <p:spTgt spid="3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400"/>
                            </p:stCondLst>
                            <p:childTnLst>
                              <p:par>
                                <p:cTn id="77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300"/>
                                        <p:tgtEl>
                                          <p:spTgt spid="3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700"/>
                            </p:stCondLst>
                            <p:childTnLst>
                              <p:par>
                                <p:cTn id="81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300"/>
                                        <p:tgtEl>
                                          <p:spTgt spid="3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000"/>
                            </p:stCondLst>
                            <p:childTnLst>
                              <p:par>
                                <p:cTn id="85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300"/>
                                        <p:tgtEl>
                                          <p:spTgt spid="3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300"/>
                            </p:stCondLst>
                            <p:childTnLst>
                              <p:par>
                                <p:cTn id="89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300"/>
                                        <p:tgtEl>
                                          <p:spTgt spid="3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600"/>
                            </p:stCondLst>
                            <p:childTnLst>
                              <p:par>
                                <p:cTn id="93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300"/>
                                        <p:tgtEl>
                                          <p:spTgt spid="3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900"/>
                            </p:stCondLst>
                            <p:childTnLst>
                              <p:par>
                                <p:cTn id="97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300"/>
                                        <p:tgtEl>
                                          <p:spTgt spid="3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200"/>
                            </p:stCondLst>
                            <p:childTnLst>
                              <p:par>
                                <p:cTn id="101" presetID="22" presetClass="entr" presetSubtype="4" repeatCount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300"/>
                                        <p:tgtEl>
                                          <p:spTgt spid="3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category"/>
        </p:bldSub>
      </p:bldGraphic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5">
            <a:extLst>
              <a:ext uri="{FF2B5EF4-FFF2-40B4-BE49-F238E27FC236}">
                <a16:creationId xmlns:a16="http://schemas.microsoft.com/office/drawing/2014/main" id="{F49FFC1C-3741-4844-8C3F-E4F557524424}"/>
              </a:ext>
            </a:extLst>
          </p:cNvPr>
          <p:cNvGrpSpPr/>
          <p:nvPr userDrawn="1"/>
        </p:nvGrpSpPr>
        <p:grpSpPr>
          <a:xfrm>
            <a:off x="-6583" y="-3"/>
            <a:ext cx="12302859" cy="6858003"/>
            <a:chOff x="-6566" y="-2"/>
            <a:chExt cx="12269309" cy="6858002"/>
          </a:xfrm>
        </p:grpSpPr>
        <p:sp>
          <p:nvSpPr>
            <p:cNvPr id="5" name="Rectangle 36" hidden="1">
              <a:extLst>
                <a:ext uri="{FF2B5EF4-FFF2-40B4-BE49-F238E27FC236}">
                  <a16:creationId xmlns:a16="http://schemas.microsoft.com/office/drawing/2014/main" id="{0BD74276-8ED2-4824-9998-0BAA3955CD95}"/>
                </a:ext>
              </a:extLst>
            </p:cNvPr>
            <p:cNvSpPr/>
            <p:nvPr userDrawn="1"/>
          </p:nvSpPr>
          <p:spPr>
            <a:xfrm>
              <a:off x="-6566" y="-2"/>
              <a:ext cx="12198565" cy="6858002"/>
            </a:xfrm>
            <a:prstGeom prst="rect">
              <a:avLst/>
            </a:prstGeom>
            <a:solidFill>
              <a:srgbClr val="003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302" dirty="0"/>
            </a:p>
          </p:txBody>
        </p:sp>
        <p:grpSp>
          <p:nvGrpSpPr>
            <p:cNvPr id="6" name="Group 37" hidden="1">
              <a:extLst>
                <a:ext uri="{FF2B5EF4-FFF2-40B4-BE49-F238E27FC236}">
                  <a16:creationId xmlns:a16="http://schemas.microsoft.com/office/drawing/2014/main" id="{978F2107-068F-4327-9136-6EB3073A4403}"/>
                </a:ext>
              </a:extLst>
            </p:cNvPr>
            <p:cNvGrpSpPr/>
            <p:nvPr userDrawn="1"/>
          </p:nvGrpSpPr>
          <p:grpSpPr>
            <a:xfrm>
              <a:off x="442260" y="3456849"/>
              <a:ext cx="11820483" cy="2970388"/>
              <a:chOff x="442260" y="3600153"/>
              <a:chExt cx="11820483" cy="2970388"/>
            </a:xfrm>
          </p:grpSpPr>
          <p:cxnSp>
            <p:nvCxnSpPr>
              <p:cNvPr id="7" name="Straight Connector 38">
                <a:extLst>
                  <a:ext uri="{FF2B5EF4-FFF2-40B4-BE49-F238E27FC236}">
                    <a16:creationId xmlns:a16="http://schemas.microsoft.com/office/drawing/2014/main" id="{B5909EFF-FFE7-4DCA-BB35-2930538F8575}"/>
                  </a:ext>
                </a:extLst>
              </p:cNvPr>
              <p:cNvCxnSpPr/>
              <p:nvPr userDrawn="1"/>
            </p:nvCxnSpPr>
            <p:spPr>
              <a:xfrm flipV="1">
                <a:off x="930228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39">
                <a:extLst>
                  <a:ext uri="{FF2B5EF4-FFF2-40B4-BE49-F238E27FC236}">
                    <a16:creationId xmlns:a16="http://schemas.microsoft.com/office/drawing/2014/main" id="{BBF66BD5-8EBB-4321-AEA7-778A769BCD0F}"/>
                  </a:ext>
                </a:extLst>
              </p:cNvPr>
              <p:cNvCxnSpPr/>
              <p:nvPr userDrawn="1"/>
            </p:nvCxnSpPr>
            <p:spPr>
              <a:xfrm flipV="1">
                <a:off x="877305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40">
                <a:extLst>
                  <a:ext uri="{FF2B5EF4-FFF2-40B4-BE49-F238E27FC236}">
                    <a16:creationId xmlns:a16="http://schemas.microsoft.com/office/drawing/2014/main" id="{B6105F55-6F73-4EAC-A6FE-341C1EDD082D}"/>
                  </a:ext>
                </a:extLst>
              </p:cNvPr>
              <p:cNvCxnSpPr/>
              <p:nvPr userDrawn="1"/>
            </p:nvCxnSpPr>
            <p:spPr>
              <a:xfrm flipV="1">
                <a:off x="8235524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41">
                <a:extLst>
                  <a:ext uri="{FF2B5EF4-FFF2-40B4-BE49-F238E27FC236}">
                    <a16:creationId xmlns:a16="http://schemas.microsoft.com/office/drawing/2014/main" id="{231C4A1D-0D18-4C45-8CD2-9B482D211697}"/>
                  </a:ext>
                </a:extLst>
              </p:cNvPr>
              <p:cNvCxnSpPr/>
              <p:nvPr userDrawn="1"/>
            </p:nvCxnSpPr>
            <p:spPr>
              <a:xfrm flipV="1">
                <a:off x="786603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42">
                <a:extLst>
                  <a:ext uri="{FF2B5EF4-FFF2-40B4-BE49-F238E27FC236}">
                    <a16:creationId xmlns:a16="http://schemas.microsoft.com/office/drawing/2014/main" id="{887B699A-26D9-4993-847C-C919922EE7EC}"/>
                  </a:ext>
                </a:extLst>
              </p:cNvPr>
              <p:cNvCxnSpPr/>
              <p:nvPr userDrawn="1"/>
            </p:nvCxnSpPr>
            <p:spPr>
              <a:xfrm flipV="1">
                <a:off x="7498863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43">
                <a:extLst>
                  <a:ext uri="{FF2B5EF4-FFF2-40B4-BE49-F238E27FC236}">
                    <a16:creationId xmlns:a16="http://schemas.microsoft.com/office/drawing/2014/main" id="{2861B340-F5C1-4BA1-BA98-8D650473066B}"/>
                  </a:ext>
                </a:extLst>
              </p:cNvPr>
              <p:cNvCxnSpPr/>
              <p:nvPr userDrawn="1"/>
            </p:nvCxnSpPr>
            <p:spPr>
              <a:xfrm flipV="1">
                <a:off x="7127208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44">
                <a:extLst>
                  <a:ext uri="{FF2B5EF4-FFF2-40B4-BE49-F238E27FC236}">
                    <a16:creationId xmlns:a16="http://schemas.microsoft.com/office/drawing/2014/main" id="{C3568F9F-131F-4452-A304-F5E5399BCD8C}"/>
                  </a:ext>
                </a:extLst>
              </p:cNvPr>
              <p:cNvCxnSpPr/>
              <p:nvPr userDrawn="1"/>
            </p:nvCxnSpPr>
            <p:spPr>
              <a:xfrm flipV="1">
                <a:off x="6758651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45">
                <a:extLst>
                  <a:ext uri="{FF2B5EF4-FFF2-40B4-BE49-F238E27FC236}">
                    <a16:creationId xmlns:a16="http://schemas.microsoft.com/office/drawing/2014/main" id="{CF836D01-B716-45B7-86B0-7412F0310BC3}"/>
                  </a:ext>
                </a:extLst>
              </p:cNvPr>
              <p:cNvCxnSpPr/>
              <p:nvPr userDrawn="1"/>
            </p:nvCxnSpPr>
            <p:spPr>
              <a:xfrm flipV="1">
                <a:off x="638946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46">
                <a:extLst>
                  <a:ext uri="{FF2B5EF4-FFF2-40B4-BE49-F238E27FC236}">
                    <a16:creationId xmlns:a16="http://schemas.microsoft.com/office/drawing/2014/main" id="{456D7560-3022-407D-A56A-387D1CF7CBBE}"/>
                  </a:ext>
                </a:extLst>
              </p:cNvPr>
              <p:cNvCxnSpPr/>
              <p:nvPr userDrawn="1"/>
            </p:nvCxnSpPr>
            <p:spPr>
              <a:xfrm flipV="1">
                <a:off x="6009868" y="3607282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47">
                <a:extLst>
                  <a:ext uri="{FF2B5EF4-FFF2-40B4-BE49-F238E27FC236}">
                    <a16:creationId xmlns:a16="http://schemas.microsoft.com/office/drawing/2014/main" id="{C7A0A529-063D-45DD-8385-C74DBDC59E7E}"/>
                  </a:ext>
                </a:extLst>
              </p:cNvPr>
              <p:cNvCxnSpPr/>
              <p:nvPr userDrawn="1"/>
            </p:nvCxnSpPr>
            <p:spPr>
              <a:xfrm flipV="1">
                <a:off x="564398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48">
                <a:extLst>
                  <a:ext uri="{FF2B5EF4-FFF2-40B4-BE49-F238E27FC236}">
                    <a16:creationId xmlns:a16="http://schemas.microsoft.com/office/drawing/2014/main" id="{A931E34D-B55F-40AD-83AF-7163B7D714F7}"/>
                  </a:ext>
                </a:extLst>
              </p:cNvPr>
              <p:cNvCxnSpPr/>
              <p:nvPr userDrawn="1"/>
            </p:nvCxnSpPr>
            <p:spPr>
              <a:xfrm flipV="1">
                <a:off x="5269261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49">
                <a:extLst>
                  <a:ext uri="{FF2B5EF4-FFF2-40B4-BE49-F238E27FC236}">
                    <a16:creationId xmlns:a16="http://schemas.microsoft.com/office/drawing/2014/main" id="{85C0AB43-36CD-4E1C-BBD6-F6E40C7E2D07}"/>
                  </a:ext>
                </a:extLst>
              </p:cNvPr>
              <p:cNvCxnSpPr/>
              <p:nvPr userDrawn="1"/>
            </p:nvCxnSpPr>
            <p:spPr>
              <a:xfrm flipV="1">
                <a:off x="488966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50">
                <a:extLst>
                  <a:ext uri="{FF2B5EF4-FFF2-40B4-BE49-F238E27FC236}">
                    <a16:creationId xmlns:a16="http://schemas.microsoft.com/office/drawing/2014/main" id="{78CD91FC-28C9-4AC7-87D2-3236ADA79432}"/>
                  </a:ext>
                </a:extLst>
              </p:cNvPr>
              <p:cNvCxnSpPr/>
              <p:nvPr userDrawn="1"/>
            </p:nvCxnSpPr>
            <p:spPr>
              <a:xfrm flipV="1">
                <a:off x="4523327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51">
                <a:extLst>
                  <a:ext uri="{FF2B5EF4-FFF2-40B4-BE49-F238E27FC236}">
                    <a16:creationId xmlns:a16="http://schemas.microsoft.com/office/drawing/2014/main" id="{43CC5094-48A5-4786-A10E-9CE8FDA8F34F}"/>
                  </a:ext>
                </a:extLst>
              </p:cNvPr>
              <p:cNvCxnSpPr/>
              <p:nvPr userDrawn="1"/>
            </p:nvCxnSpPr>
            <p:spPr>
              <a:xfrm flipV="1">
                <a:off x="415592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52">
                <a:extLst>
                  <a:ext uri="{FF2B5EF4-FFF2-40B4-BE49-F238E27FC236}">
                    <a16:creationId xmlns:a16="http://schemas.microsoft.com/office/drawing/2014/main" id="{B1CF75A4-9F1F-48F6-AFDA-C7897F2C1B55}"/>
                  </a:ext>
                </a:extLst>
              </p:cNvPr>
              <p:cNvCxnSpPr/>
              <p:nvPr userDrawn="1"/>
            </p:nvCxnSpPr>
            <p:spPr>
              <a:xfrm flipV="1">
                <a:off x="3786582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53">
                <a:extLst>
                  <a:ext uri="{FF2B5EF4-FFF2-40B4-BE49-F238E27FC236}">
                    <a16:creationId xmlns:a16="http://schemas.microsoft.com/office/drawing/2014/main" id="{D8B3EC32-3BCC-4CF3-A8AB-D5695C387FB1}"/>
                  </a:ext>
                </a:extLst>
              </p:cNvPr>
              <p:cNvCxnSpPr/>
              <p:nvPr userDrawn="1"/>
            </p:nvCxnSpPr>
            <p:spPr>
              <a:xfrm flipV="1">
                <a:off x="342049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54">
                <a:extLst>
                  <a:ext uri="{FF2B5EF4-FFF2-40B4-BE49-F238E27FC236}">
                    <a16:creationId xmlns:a16="http://schemas.microsoft.com/office/drawing/2014/main" id="{646D2636-826F-4188-AECD-8E9F547C330E}"/>
                  </a:ext>
                </a:extLst>
              </p:cNvPr>
              <p:cNvCxnSpPr/>
              <p:nvPr userDrawn="1"/>
            </p:nvCxnSpPr>
            <p:spPr>
              <a:xfrm flipV="1">
                <a:off x="305109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55">
                <a:extLst>
                  <a:ext uri="{FF2B5EF4-FFF2-40B4-BE49-F238E27FC236}">
                    <a16:creationId xmlns:a16="http://schemas.microsoft.com/office/drawing/2014/main" id="{D5190618-4665-4F2E-8844-020AD30239F6}"/>
                  </a:ext>
                </a:extLst>
              </p:cNvPr>
              <p:cNvCxnSpPr/>
              <p:nvPr userDrawn="1"/>
            </p:nvCxnSpPr>
            <p:spPr>
              <a:xfrm flipV="1">
                <a:off x="2674287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56">
                <a:extLst>
                  <a:ext uri="{FF2B5EF4-FFF2-40B4-BE49-F238E27FC236}">
                    <a16:creationId xmlns:a16="http://schemas.microsoft.com/office/drawing/2014/main" id="{E501E497-7672-440E-967B-911C1D6B4B10}"/>
                  </a:ext>
                </a:extLst>
              </p:cNvPr>
              <p:cNvCxnSpPr/>
              <p:nvPr userDrawn="1"/>
            </p:nvCxnSpPr>
            <p:spPr>
              <a:xfrm flipV="1">
                <a:off x="230853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57">
                <a:extLst>
                  <a:ext uri="{FF2B5EF4-FFF2-40B4-BE49-F238E27FC236}">
                    <a16:creationId xmlns:a16="http://schemas.microsoft.com/office/drawing/2014/main" id="{8A688C29-83E0-4CC9-A8C5-B6B30A57710C}"/>
                  </a:ext>
                </a:extLst>
              </p:cNvPr>
              <p:cNvCxnSpPr/>
              <p:nvPr userDrawn="1"/>
            </p:nvCxnSpPr>
            <p:spPr>
              <a:xfrm flipV="1">
                <a:off x="193107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58">
                <a:extLst>
                  <a:ext uri="{FF2B5EF4-FFF2-40B4-BE49-F238E27FC236}">
                    <a16:creationId xmlns:a16="http://schemas.microsoft.com/office/drawing/2014/main" id="{8D3348AE-2C08-472A-92E4-12BF79B738D1}"/>
                  </a:ext>
                </a:extLst>
              </p:cNvPr>
              <p:cNvCxnSpPr/>
              <p:nvPr userDrawn="1"/>
            </p:nvCxnSpPr>
            <p:spPr>
              <a:xfrm flipV="1">
                <a:off x="155844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59">
                <a:extLst>
                  <a:ext uri="{FF2B5EF4-FFF2-40B4-BE49-F238E27FC236}">
                    <a16:creationId xmlns:a16="http://schemas.microsoft.com/office/drawing/2014/main" id="{D93531AE-9D57-49CA-BC46-F7384685F786}"/>
                  </a:ext>
                </a:extLst>
              </p:cNvPr>
              <p:cNvCxnSpPr/>
              <p:nvPr userDrawn="1"/>
            </p:nvCxnSpPr>
            <p:spPr>
              <a:xfrm flipV="1">
                <a:off x="118838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60">
                <a:extLst>
                  <a:ext uri="{FF2B5EF4-FFF2-40B4-BE49-F238E27FC236}">
                    <a16:creationId xmlns:a16="http://schemas.microsoft.com/office/drawing/2014/main" id="{6130565B-76F2-434C-8896-54E337D6B462}"/>
                  </a:ext>
                </a:extLst>
              </p:cNvPr>
              <p:cNvCxnSpPr/>
              <p:nvPr userDrawn="1"/>
            </p:nvCxnSpPr>
            <p:spPr>
              <a:xfrm flipV="1">
                <a:off x="81408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61">
                <a:extLst>
                  <a:ext uri="{FF2B5EF4-FFF2-40B4-BE49-F238E27FC236}">
                    <a16:creationId xmlns:a16="http://schemas.microsoft.com/office/drawing/2014/main" id="{A0D45B84-40CC-46CF-ACE4-C3A1732817B3}"/>
                  </a:ext>
                </a:extLst>
              </p:cNvPr>
              <p:cNvCxnSpPr/>
              <p:nvPr userDrawn="1"/>
            </p:nvCxnSpPr>
            <p:spPr>
              <a:xfrm flipV="1">
                <a:off x="44226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07D574C9-96B2-42EF-A9BC-D62E458D5C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9754-3A1E-461E-B289-FE7FC85C2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60" y="882000"/>
            <a:ext cx="11764800" cy="532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3547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5">
            <a:extLst>
              <a:ext uri="{FF2B5EF4-FFF2-40B4-BE49-F238E27FC236}">
                <a16:creationId xmlns:a16="http://schemas.microsoft.com/office/drawing/2014/main" id="{15C1165B-50AC-46F5-B945-37FE6AF1F392}"/>
              </a:ext>
            </a:extLst>
          </p:cNvPr>
          <p:cNvGrpSpPr/>
          <p:nvPr userDrawn="1"/>
        </p:nvGrpSpPr>
        <p:grpSpPr>
          <a:xfrm>
            <a:off x="-6583" y="-3"/>
            <a:ext cx="12302859" cy="6858003"/>
            <a:chOff x="-6566" y="-2"/>
            <a:chExt cx="12269309" cy="6858002"/>
          </a:xfrm>
        </p:grpSpPr>
        <p:sp>
          <p:nvSpPr>
            <p:cNvPr id="6" name="Rectangle 36" hidden="1">
              <a:extLst>
                <a:ext uri="{FF2B5EF4-FFF2-40B4-BE49-F238E27FC236}">
                  <a16:creationId xmlns:a16="http://schemas.microsoft.com/office/drawing/2014/main" id="{EA24BE63-1E38-4FA8-B27E-7568D000D456}"/>
                </a:ext>
              </a:extLst>
            </p:cNvPr>
            <p:cNvSpPr/>
            <p:nvPr userDrawn="1"/>
          </p:nvSpPr>
          <p:spPr>
            <a:xfrm>
              <a:off x="-6566" y="-2"/>
              <a:ext cx="12198565" cy="6858002"/>
            </a:xfrm>
            <a:prstGeom prst="rect">
              <a:avLst/>
            </a:prstGeom>
            <a:solidFill>
              <a:srgbClr val="003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302" dirty="0"/>
            </a:p>
          </p:txBody>
        </p:sp>
        <p:grpSp>
          <p:nvGrpSpPr>
            <p:cNvPr id="7" name="Group 37" hidden="1">
              <a:extLst>
                <a:ext uri="{FF2B5EF4-FFF2-40B4-BE49-F238E27FC236}">
                  <a16:creationId xmlns:a16="http://schemas.microsoft.com/office/drawing/2014/main" id="{D4DAB8E7-6AD7-4E3B-87D7-9C92D704A0D5}"/>
                </a:ext>
              </a:extLst>
            </p:cNvPr>
            <p:cNvGrpSpPr/>
            <p:nvPr userDrawn="1"/>
          </p:nvGrpSpPr>
          <p:grpSpPr>
            <a:xfrm>
              <a:off x="442260" y="3456849"/>
              <a:ext cx="11820483" cy="2970388"/>
              <a:chOff x="442260" y="3600153"/>
              <a:chExt cx="11820483" cy="2970388"/>
            </a:xfrm>
          </p:grpSpPr>
          <p:cxnSp>
            <p:nvCxnSpPr>
              <p:cNvPr id="8" name="Straight Connector 38">
                <a:extLst>
                  <a:ext uri="{FF2B5EF4-FFF2-40B4-BE49-F238E27FC236}">
                    <a16:creationId xmlns:a16="http://schemas.microsoft.com/office/drawing/2014/main" id="{0F24E6D8-B4AC-477C-A584-BF9803AD059A}"/>
                  </a:ext>
                </a:extLst>
              </p:cNvPr>
              <p:cNvCxnSpPr/>
              <p:nvPr userDrawn="1"/>
            </p:nvCxnSpPr>
            <p:spPr>
              <a:xfrm flipV="1">
                <a:off x="930228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39">
                <a:extLst>
                  <a:ext uri="{FF2B5EF4-FFF2-40B4-BE49-F238E27FC236}">
                    <a16:creationId xmlns:a16="http://schemas.microsoft.com/office/drawing/2014/main" id="{2AFEE107-23D8-49B8-B87B-287A589B06A3}"/>
                  </a:ext>
                </a:extLst>
              </p:cNvPr>
              <p:cNvCxnSpPr/>
              <p:nvPr userDrawn="1"/>
            </p:nvCxnSpPr>
            <p:spPr>
              <a:xfrm flipV="1">
                <a:off x="877305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40">
                <a:extLst>
                  <a:ext uri="{FF2B5EF4-FFF2-40B4-BE49-F238E27FC236}">
                    <a16:creationId xmlns:a16="http://schemas.microsoft.com/office/drawing/2014/main" id="{FC46F22B-8D16-44B9-B078-5202FAD5506C}"/>
                  </a:ext>
                </a:extLst>
              </p:cNvPr>
              <p:cNvCxnSpPr/>
              <p:nvPr userDrawn="1"/>
            </p:nvCxnSpPr>
            <p:spPr>
              <a:xfrm flipV="1">
                <a:off x="8235524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41">
                <a:extLst>
                  <a:ext uri="{FF2B5EF4-FFF2-40B4-BE49-F238E27FC236}">
                    <a16:creationId xmlns:a16="http://schemas.microsoft.com/office/drawing/2014/main" id="{84F40097-447D-4345-A231-8E06B5113DAF}"/>
                  </a:ext>
                </a:extLst>
              </p:cNvPr>
              <p:cNvCxnSpPr/>
              <p:nvPr userDrawn="1"/>
            </p:nvCxnSpPr>
            <p:spPr>
              <a:xfrm flipV="1">
                <a:off x="786603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42">
                <a:extLst>
                  <a:ext uri="{FF2B5EF4-FFF2-40B4-BE49-F238E27FC236}">
                    <a16:creationId xmlns:a16="http://schemas.microsoft.com/office/drawing/2014/main" id="{42254BF6-C2FE-484E-B8E5-A5FB6CAE68DA}"/>
                  </a:ext>
                </a:extLst>
              </p:cNvPr>
              <p:cNvCxnSpPr/>
              <p:nvPr userDrawn="1"/>
            </p:nvCxnSpPr>
            <p:spPr>
              <a:xfrm flipV="1">
                <a:off x="7498863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43">
                <a:extLst>
                  <a:ext uri="{FF2B5EF4-FFF2-40B4-BE49-F238E27FC236}">
                    <a16:creationId xmlns:a16="http://schemas.microsoft.com/office/drawing/2014/main" id="{E5B7F90F-FC2C-4515-8D32-89F631EBA147}"/>
                  </a:ext>
                </a:extLst>
              </p:cNvPr>
              <p:cNvCxnSpPr/>
              <p:nvPr userDrawn="1"/>
            </p:nvCxnSpPr>
            <p:spPr>
              <a:xfrm flipV="1">
                <a:off x="7127208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44">
                <a:extLst>
                  <a:ext uri="{FF2B5EF4-FFF2-40B4-BE49-F238E27FC236}">
                    <a16:creationId xmlns:a16="http://schemas.microsoft.com/office/drawing/2014/main" id="{E99345B2-5577-4798-8DBC-A8040E1C170C}"/>
                  </a:ext>
                </a:extLst>
              </p:cNvPr>
              <p:cNvCxnSpPr/>
              <p:nvPr userDrawn="1"/>
            </p:nvCxnSpPr>
            <p:spPr>
              <a:xfrm flipV="1">
                <a:off x="6758651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45">
                <a:extLst>
                  <a:ext uri="{FF2B5EF4-FFF2-40B4-BE49-F238E27FC236}">
                    <a16:creationId xmlns:a16="http://schemas.microsoft.com/office/drawing/2014/main" id="{F327189C-9AB2-4BE4-BEFF-13F4E1778D06}"/>
                  </a:ext>
                </a:extLst>
              </p:cNvPr>
              <p:cNvCxnSpPr/>
              <p:nvPr userDrawn="1"/>
            </p:nvCxnSpPr>
            <p:spPr>
              <a:xfrm flipV="1">
                <a:off x="638946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46">
                <a:extLst>
                  <a:ext uri="{FF2B5EF4-FFF2-40B4-BE49-F238E27FC236}">
                    <a16:creationId xmlns:a16="http://schemas.microsoft.com/office/drawing/2014/main" id="{7F11114A-60DF-4358-A694-BB4FEEA2A6C7}"/>
                  </a:ext>
                </a:extLst>
              </p:cNvPr>
              <p:cNvCxnSpPr/>
              <p:nvPr userDrawn="1"/>
            </p:nvCxnSpPr>
            <p:spPr>
              <a:xfrm flipV="1">
                <a:off x="6009868" y="3607282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47">
                <a:extLst>
                  <a:ext uri="{FF2B5EF4-FFF2-40B4-BE49-F238E27FC236}">
                    <a16:creationId xmlns:a16="http://schemas.microsoft.com/office/drawing/2014/main" id="{A23FCE7B-565B-4C89-BB57-1638682A4280}"/>
                  </a:ext>
                </a:extLst>
              </p:cNvPr>
              <p:cNvCxnSpPr/>
              <p:nvPr userDrawn="1"/>
            </p:nvCxnSpPr>
            <p:spPr>
              <a:xfrm flipV="1">
                <a:off x="564398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48">
                <a:extLst>
                  <a:ext uri="{FF2B5EF4-FFF2-40B4-BE49-F238E27FC236}">
                    <a16:creationId xmlns:a16="http://schemas.microsoft.com/office/drawing/2014/main" id="{0E2613AD-9079-429A-BC7D-F00A04FEFC83}"/>
                  </a:ext>
                </a:extLst>
              </p:cNvPr>
              <p:cNvCxnSpPr/>
              <p:nvPr userDrawn="1"/>
            </p:nvCxnSpPr>
            <p:spPr>
              <a:xfrm flipV="1">
                <a:off x="5269261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49">
                <a:extLst>
                  <a:ext uri="{FF2B5EF4-FFF2-40B4-BE49-F238E27FC236}">
                    <a16:creationId xmlns:a16="http://schemas.microsoft.com/office/drawing/2014/main" id="{D8432CDA-98D7-4A05-A0F3-EDA2D11BC74F}"/>
                  </a:ext>
                </a:extLst>
              </p:cNvPr>
              <p:cNvCxnSpPr/>
              <p:nvPr userDrawn="1"/>
            </p:nvCxnSpPr>
            <p:spPr>
              <a:xfrm flipV="1">
                <a:off x="488966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50">
                <a:extLst>
                  <a:ext uri="{FF2B5EF4-FFF2-40B4-BE49-F238E27FC236}">
                    <a16:creationId xmlns:a16="http://schemas.microsoft.com/office/drawing/2014/main" id="{9E761685-9937-4475-8FEE-7B969A517733}"/>
                  </a:ext>
                </a:extLst>
              </p:cNvPr>
              <p:cNvCxnSpPr/>
              <p:nvPr userDrawn="1"/>
            </p:nvCxnSpPr>
            <p:spPr>
              <a:xfrm flipV="1">
                <a:off x="4523327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51">
                <a:extLst>
                  <a:ext uri="{FF2B5EF4-FFF2-40B4-BE49-F238E27FC236}">
                    <a16:creationId xmlns:a16="http://schemas.microsoft.com/office/drawing/2014/main" id="{504C3711-C622-42DC-9899-B3858E082F8D}"/>
                  </a:ext>
                </a:extLst>
              </p:cNvPr>
              <p:cNvCxnSpPr/>
              <p:nvPr userDrawn="1"/>
            </p:nvCxnSpPr>
            <p:spPr>
              <a:xfrm flipV="1">
                <a:off x="415592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52">
                <a:extLst>
                  <a:ext uri="{FF2B5EF4-FFF2-40B4-BE49-F238E27FC236}">
                    <a16:creationId xmlns:a16="http://schemas.microsoft.com/office/drawing/2014/main" id="{1A83ECB3-AA6D-4F83-A917-59F1F3CAF53A}"/>
                  </a:ext>
                </a:extLst>
              </p:cNvPr>
              <p:cNvCxnSpPr/>
              <p:nvPr userDrawn="1"/>
            </p:nvCxnSpPr>
            <p:spPr>
              <a:xfrm flipV="1">
                <a:off x="3786582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53">
                <a:extLst>
                  <a:ext uri="{FF2B5EF4-FFF2-40B4-BE49-F238E27FC236}">
                    <a16:creationId xmlns:a16="http://schemas.microsoft.com/office/drawing/2014/main" id="{3375B322-614F-48CD-9559-DDABC5D9313C}"/>
                  </a:ext>
                </a:extLst>
              </p:cNvPr>
              <p:cNvCxnSpPr/>
              <p:nvPr userDrawn="1"/>
            </p:nvCxnSpPr>
            <p:spPr>
              <a:xfrm flipV="1">
                <a:off x="342049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54">
                <a:extLst>
                  <a:ext uri="{FF2B5EF4-FFF2-40B4-BE49-F238E27FC236}">
                    <a16:creationId xmlns:a16="http://schemas.microsoft.com/office/drawing/2014/main" id="{B19264DC-7279-4EAE-9B3E-6C1ADC0DB8DF}"/>
                  </a:ext>
                </a:extLst>
              </p:cNvPr>
              <p:cNvCxnSpPr/>
              <p:nvPr userDrawn="1"/>
            </p:nvCxnSpPr>
            <p:spPr>
              <a:xfrm flipV="1">
                <a:off x="305109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55">
                <a:extLst>
                  <a:ext uri="{FF2B5EF4-FFF2-40B4-BE49-F238E27FC236}">
                    <a16:creationId xmlns:a16="http://schemas.microsoft.com/office/drawing/2014/main" id="{785CCA65-BECC-4A15-B2F7-9CCF558B8165}"/>
                  </a:ext>
                </a:extLst>
              </p:cNvPr>
              <p:cNvCxnSpPr/>
              <p:nvPr userDrawn="1"/>
            </p:nvCxnSpPr>
            <p:spPr>
              <a:xfrm flipV="1">
                <a:off x="2674287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56">
                <a:extLst>
                  <a:ext uri="{FF2B5EF4-FFF2-40B4-BE49-F238E27FC236}">
                    <a16:creationId xmlns:a16="http://schemas.microsoft.com/office/drawing/2014/main" id="{7CC1776D-4ADE-4C0C-965F-79108AEEF1BC}"/>
                  </a:ext>
                </a:extLst>
              </p:cNvPr>
              <p:cNvCxnSpPr/>
              <p:nvPr userDrawn="1"/>
            </p:nvCxnSpPr>
            <p:spPr>
              <a:xfrm flipV="1">
                <a:off x="230853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57">
                <a:extLst>
                  <a:ext uri="{FF2B5EF4-FFF2-40B4-BE49-F238E27FC236}">
                    <a16:creationId xmlns:a16="http://schemas.microsoft.com/office/drawing/2014/main" id="{B55C28CF-9862-488A-8C81-3050036A705D}"/>
                  </a:ext>
                </a:extLst>
              </p:cNvPr>
              <p:cNvCxnSpPr/>
              <p:nvPr userDrawn="1"/>
            </p:nvCxnSpPr>
            <p:spPr>
              <a:xfrm flipV="1">
                <a:off x="193107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58">
                <a:extLst>
                  <a:ext uri="{FF2B5EF4-FFF2-40B4-BE49-F238E27FC236}">
                    <a16:creationId xmlns:a16="http://schemas.microsoft.com/office/drawing/2014/main" id="{21D5562D-7135-49BA-B33A-8426A8A0AD75}"/>
                  </a:ext>
                </a:extLst>
              </p:cNvPr>
              <p:cNvCxnSpPr/>
              <p:nvPr userDrawn="1"/>
            </p:nvCxnSpPr>
            <p:spPr>
              <a:xfrm flipV="1">
                <a:off x="155844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59">
                <a:extLst>
                  <a:ext uri="{FF2B5EF4-FFF2-40B4-BE49-F238E27FC236}">
                    <a16:creationId xmlns:a16="http://schemas.microsoft.com/office/drawing/2014/main" id="{F39A28E8-9029-4984-AFC2-3FD4EEC51BA7}"/>
                  </a:ext>
                </a:extLst>
              </p:cNvPr>
              <p:cNvCxnSpPr/>
              <p:nvPr userDrawn="1"/>
            </p:nvCxnSpPr>
            <p:spPr>
              <a:xfrm flipV="1">
                <a:off x="118838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60">
                <a:extLst>
                  <a:ext uri="{FF2B5EF4-FFF2-40B4-BE49-F238E27FC236}">
                    <a16:creationId xmlns:a16="http://schemas.microsoft.com/office/drawing/2014/main" id="{15D4F68C-30B2-45C2-BDD1-B6EBEE511F2B}"/>
                  </a:ext>
                </a:extLst>
              </p:cNvPr>
              <p:cNvCxnSpPr/>
              <p:nvPr userDrawn="1"/>
            </p:nvCxnSpPr>
            <p:spPr>
              <a:xfrm flipV="1">
                <a:off x="81408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61">
                <a:extLst>
                  <a:ext uri="{FF2B5EF4-FFF2-40B4-BE49-F238E27FC236}">
                    <a16:creationId xmlns:a16="http://schemas.microsoft.com/office/drawing/2014/main" id="{051ED23E-8584-4999-8EC5-84277C9290D3}"/>
                  </a:ext>
                </a:extLst>
              </p:cNvPr>
              <p:cNvCxnSpPr/>
              <p:nvPr userDrawn="1"/>
            </p:nvCxnSpPr>
            <p:spPr>
              <a:xfrm flipV="1">
                <a:off x="44226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4A4DDCC-9F42-4948-9645-E86435B98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6FD5EE-114E-4722-B4F2-F97B4E5BF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60" y="882000"/>
            <a:ext cx="11764800" cy="532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B44DB30-7F29-4F51-82E6-3F45F638C911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49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35">
            <a:extLst>
              <a:ext uri="{FF2B5EF4-FFF2-40B4-BE49-F238E27FC236}">
                <a16:creationId xmlns:a16="http://schemas.microsoft.com/office/drawing/2014/main" id="{79B5329C-A2C5-4ECB-BC98-1EE910A59C5C}"/>
              </a:ext>
            </a:extLst>
          </p:cNvPr>
          <p:cNvGrpSpPr/>
          <p:nvPr userDrawn="1"/>
        </p:nvGrpSpPr>
        <p:grpSpPr>
          <a:xfrm>
            <a:off x="-6583" y="-3"/>
            <a:ext cx="12302859" cy="6858003"/>
            <a:chOff x="-6566" y="-2"/>
            <a:chExt cx="12269309" cy="6858002"/>
          </a:xfrm>
        </p:grpSpPr>
        <p:sp>
          <p:nvSpPr>
            <p:cNvPr id="8" name="Rectangle 36" hidden="1">
              <a:extLst>
                <a:ext uri="{FF2B5EF4-FFF2-40B4-BE49-F238E27FC236}">
                  <a16:creationId xmlns:a16="http://schemas.microsoft.com/office/drawing/2014/main" id="{C8958B36-AB2D-48BD-9A47-6687DB792AE7}"/>
                </a:ext>
              </a:extLst>
            </p:cNvPr>
            <p:cNvSpPr/>
            <p:nvPr userDrawn="1"/>
          </p:nvSpPr>
          <p:spPr>
            <a:xfrm>
              <a:off x="-6566" y="-2"/>
              <a:ext cx="12198565" cy="6858002"/>
            </a:xfrm>
            <a:prstGeom prst="rect">
              <a:avLst/>
            </a:prstGeom>
            <a:solidFill>
              <a:srgbClr val="003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302" dirty="0"/>
            </a:p>
          </p:txBody>
        </p:sp>
        <p:grpSp>
          <p:nvGrpSpPr>
            <p:cNvPr id="9" name="Group 37" hidden="1">
              <a:extLst>
                <a:ext uri="{FF2B5EF4-FFF2-40B4-BE49-F238E27FC236}">
                  <a16:creationId xmlns:a16="http://schemas.microsoft.com/office/drawing/2014/main" id="{430FC37E-46B5-4BD2-9E97-2B76C0573440}"/>
                </a:ext>
              </a:extLst>
            </p:cNvPr>
            <p:cNvGrpSpPr/>
            <p:nvPr userDrawn="1"/>
          </p:nvGrpSpPr>
          <p:grpSpPr>
            <a:xfrm>
              <a:off x="442260" y="3456849"/>
              <a:ext cx="11820483" cy="2970388"/>
              <a:chOff x="442260" y="3600153"/>
              <a:chExt cx="11820483" cy="2970388"/>
            </a:xfrm>
          </p:grpSpPr>
          <p:cxnSp>
            <p:nvCxnSpPr>
              <p:cNvPr id="10" name="Straight Connector 38">
                <a:extLst>
                  <a:ext uri="{FF2B5EF4-FFF2-40B4-BE49-F238E27FC236}">
                    <a16:creationId xmlns:a16="http://schemas.microsoft.com/office/drawing/2014/main" id="{E63B12F6-68E5-4FD2-AE82-2C61E9FEC371}"/>
                  </a:ext>
                </a:extLst>
              </p:cNvPr>
              <p:cNvCxnSpPr/>
              <p:nvPr userDrawn="1"/>
            </p:nvCxnSpPr>
            <p:spPr>
              <a:xfrm flipV="1">
                <a:off x="930228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39">
                <a:extLst>
                  <a:ext uri="{FF2B5EF4-FFF2-40B4-BE49-F238E27FC236}">
                    <a16:creationId xmlns:a16="http://schemas.microsoft.com/office/drawing/2014/main" id="{3F18698A-2CC1-42F7-AFA2-0ED6A65A0467}"/>
                  </a:ext>
                </a:extLst>
              </p:cNvPr>
              <p:cNvCxnSpPr/>
              <p:nvPr userDrawn="1"/>
            </p:nvCxnSpPr>
            <p:spPr>
              <a:xfrm flipV="1">
                <a:off x="877305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40">
                <a:extLst>
                  <a:ext uri="{FF2B5EF4-FFF2-40B4-BE49-F238E27FC236}">
                    <a16:creationId xmlns:a16="http://schemas.microsoft.com/office/drawing/2014/main" id="{5A3E8D2A-FCB8-46D8-8E13-5DFD77E0857A}"/>
                  </a:ext>
                </a:extLst>
              </p:cNvPr>
              <p:cNvCxnSpPr/>
              <p:nvPr userDrawn="1"/>
            </p:nvCxnSpPr>
            <p:spPr>
              <a:xfrm flipV="1">
                <a:off x="8235524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41">
                <a:extLst>
                  <a:ext uri="{FF2B5EF4-FFF2-40B4-BE49-F238E27FC236}">
                    <a16:creationId xmlns:a16="http://schemas.microsoft.com/office/drawing/2014/main" id="{2A1A5DCC-95B9-432D-9319-E61A83F71866}"/>
                  </a:ext>
                </a:extLst>
              </p:cNvPr>
              <p:cNvCxnSpPr/>
              <p:nvPr userDrawn="1"/>
            </p:nvCxnSpPr>
            <p:spPr>
              <a:xfrm flipV="1">
                <a:off x="786603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42">
                <a:extLst>
                  <a:ext uri="{FF2B5EF4-FFF2-40B4-BE49-F238E27FC236}">
                    <a16:creationId xmlns:a16="http://schemas.microsoft.com/office/drawing/2014/main" id="{B8820250-F9E0-4311-BF0C-802AF6875CAD}"/>
                  </a:ext>
                </a:extLst>
              </p:cNvPr>
              <p:cNvCxnSpPr/>
              <p:nvPr userDrawn="1"/>
            </p:nvCxnSpPr>
            <p:spPr>
              <a:xfrm flipV="1">
                <a:off x="7498863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43">
                <a:extLst>
                  <a:ext uri="{FF2B5EF4-FFF2-40B4-BE49-F238E27FC236}">
                    <a16:creationId xmlns:a16="http://schemas.microsoft.com/office/drawing/2014/main" id="{388E2DD4-2471-4F2A-8590-D3A12C918E40}"/>
                  </a:ext>
                </a:extLst>
              </p:cNvPr>
              <p:cNvCxnSpPr/>
              <p:nvPr userDrawn="1"/>
            </p:nvCxnSpPr>
            <p:spPr>
              <a:xfrm flipV="1">
                <a:off x="7127208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44">
                <a:extLst>
                  <a:ext uri="{FF2B5EF4-FFF2-40B4-BE49-F238E27FC236}">
                    <a16:creationId xmlns:a16="http://schemas.microsoft.com/office/drawing/2014/main" id="{93FCA856-D622-4D05-8EC1-5A1167A0E484}"/>
                  </a:ext>
                </a:extLst>
              </p:cNvPr>
              <p:cNvCxnSpPr/>
              <p:nvPr userDrawn="1"/>
            </p:nvCxnSpPr>
            <p:spPr>
              <a:xfrm flipV="1">
                <a:off x="6758651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45">
                <a:extLst>
                  <a:ext uri="{FF2B5EF4-FFF2-40B4-BE49-F238E27FC236}">
                    <a16:creationId xmlns:a16="http://schemas.microsoft.com/office/drawing/2014/main" id="{920EE15C-2FE5-464B-9141-CB9BF0147888}"/>
                  </a:ext>
                </a:extLst>
              </p:cNvPr>
              <p:cNvCxnSpPr/>
              <p:nvPr userDrawn="1"/>
            </p:nvCxnSpPr>
            <p:spPr>
              <a:xfrm flipV="1">
                <a:off x="638946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46">
                <a:extLst>
                  <a:ext uri="{FF2B5EF4-FFF2-40B4-BE49-F238E27FC236}">
                    <a16:creationId xmlns:a16="http://schemas.microsoft.com/office/drawing/2014/main" id="{4B6CEFD2-1B8D-4244-B930-8D2849ED397B}"/>
                  </a:ext>
                </a:extLst>
              </p:cNvPr>
              <p:cNvCxnSpPr/>
              <p:nvPr userDrawn="1"/>
            </p:nvCxnSpPr>
            <p:spPr>
              <a:xfrm flipV="1">
                <a:off x="6009868" y="3607282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47">
                <a:extLst>
                  <a:ext uri="{FF2B5EF4-FFF2-40B4-BE49-F238E27FC236}">
                    <a16:creationId xmlns:a16="http://schemas.microsoft.com/office/drawing/2014/main" id="{8A33E851-D6BA-438B-B03A-38CCF7C6E26B}"/>
                  </a:ext>
                </a:extLst>
              </p:cNvPr>
              <p:cNvCxnSpPr/>
              <p:nvPr userDrawn="1"/>
            </p:nvCxnSpPr>
            <p:spPr>
              <a:xfrm flipV="1">
                <a:off x="564398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48">
                <a:extLst>
                  <a:ext uri="{FF2B5EF4-FFF2-40B4-BE49-F238E27FC236}">
                    <a16:creationId xmlns:a16="http://schemas.microsoft.com/office/drawing/2014/main" id="{4A28DC0D-210E-4248-9128-A55D9A06369B}"/>
                  </a:ext>
                </a:extLst>
              </p:cNvPr>
              <p:cNvCxnSpPr/>
              <p:nvPr userDrawn="1"/>
            </p:nvCxnSpPr>
            <p:spPr>
              <a:xfrm flipV="1">
                <a:off x="5269261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49">
                <a:extLst>
                  <a:ext uri="{FF2B5EF4-FFF2-40B4-BE49-F238E27FC236}">
                    <a16:creationId xmlns:a16="http://schemas.microsoft.com/office/drawing/2014/main" id="{1464FE7F-7592-47D7-8ADE-D22FEDEBFB3D}"/>
                  </a:ext>
                </a:extLst>
              </p:cNvPr>
              <p:cNvCxnSpPr/>
              <p:nvPr userDrawn="1"/>
            </p:nvCxnSpPr>
            <p:spPr>
              <a:xfrm flipV="1">
                <a:off x="488966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50">
                <a:extLst>
                  <a:ext uri="{FF2B5EF4-FFF2-40B4-BE49-F238E27FC236}">
                    <a16:creationId xmlns:a16="http://schemas.microsoft.com/office/drawing/2014/main" id="{B7EA4283-4EAA-4DD8-8791-6F9976FBC69B}"/>
                  </a:ext>
                </a:extLst>
              </p:cNvPr>
              <p:cNvCxnSpPr/>
              <p:nvPr userDrawn="1"/>
            </p:nvCxnSpPr>
            <p:spPr>
              <a:xfrm flipV="1">
                <a:off x="4523327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51">
                <a:extLst>
                  <a:ext uri="{FF2B5EF4-FFF2-40B4-BE49-F238E27FC236}">
                    <a16:creationId xmlns:a16="http://schemas.microsoft.com/office/drawing/2014/main" id="{92F79F70-7C67-441A-BE5F-68EF88D42721}"/>
                  </a:ext>
                </a:extLst>
              </p:cNvPr>
              <p:cNvCxnSpPr/>
              <p:nvPr userDrawn="1"/>
            </p:nvCxnSpPr>
            <p:spPr>
              <a:xfrm flipV="1">
                <a:off x="415592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52">
                <a:extLst>
                  <a:ext uri="{FF2B5EF4-FFF2-40B4-BE49-F238E27FC236}">
                    <a16:creationId xmlns:a16="http://schemas.microsoft.com/office/drawing/2014/main" id="{235AD71C-D9EE-4E4E-81B5-BBAF4D8497D8}"/>
                  </a:ext>
                </a:extLst>
              </p:cNvPr>
              <p:cNvCxnSpPr/>
              <p:nvPr userDrawn="1"/>
            </p:nvCxnSpPr>
            <p:spPr>
              <a:xfrm flipV="1">
                <a:off x="3786582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53">
                <a:extLst>
                  <a:ext uri="{FF2B5EF4-FFF2-40B4-BE49-F238E27FC236}">
                    <a16:creationId xmlns:a16="http://schemas.microsoft.com/office/drawing/2014/main" id="{F97E8D7C-177F-4679-88B2-B2A1A0F63008}"/>
                  </a:ext>
                </a:extLst>
              </p:cNvPr>
              <p:cNvCxnSpPr/>
              <p:nvPr userDrawn="1"/>
            </p:nvCxnSpPr>
            <p:spPr>
              <a:xfrm flipV="1">
                <a:off x="342049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54">
                <a:extLst>
                  <a:ext uri="{FF2B5EF4-FFF2-40B4-BE49-F238E27FC236}">
                    <a16:creationId xmlns:a16="http://schemas.microsoft.com/office/drawing/2014/main" id="{CCBF4EED-8DF1-4D4C-9233-2A5AED92FAF5}"/>
                  </a:ext>
                </a:extLst>
              </p:cNvPr>
              <p:cNvCxnSpPr/>
              <p:nvPr userDrawn="1"/>
            </p:nvCxnSpPr>
            <p:spPr>
              <a:xfrm flipV="1">
                <a:off x="305109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55">
                <a:extLst>
                  <a:ext uri="{FF2B5EF4-FFF2-40B4-BE49-F238E27FC236}">
                    <a16:creationId xmlns:a16="http://schemas.microsoft.com/office/drawing/2014/main" id="{FE781963-B521-4090-B33E-52BA0D08DD4D}"/>
                  </a:ext>
                </a:extLst>
              </p:cNvPr>
              <p:cNvCxnSpPr/>
              <p:nvPr userDrawn="1"/>
            </p:nvCxnSpPr>
            <p:spPr>
              <a:xfrm flipV="1">
                <a:off x="2674287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56">
                <a:extLst>
                  <a:ext uri="{FF2B5EF4-FFF2-40B4-BE49-F238E27FC236}">
                    <a16:creationId xmlns:a16="http://schemas.microsoft.com/office/drawing/2014/main" id="{97A5F321-E5FD-4460-AB50-6E7982BCF2C1}"/>
                  </a:ext>
                </a:extLst>
              </p:cNvPr>
              <p:cNvCxnSpPr/>
              <p:nvPr userDrawn="1"/>
            </p:nvCxnSpPr>
            <p:spPr>
              <a:xfrm flipV="1">
                <a:off x="230853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57">
                <a:extLst>
                  <a:ext uri="{FF2B5EF4-FFF2-40B4-BE49-F238E27FC236}">
                    <a16:creationId xmlns:a16="http://schemas.microsoft.com/office/drawing/2014/main" id="{77249232-6F79-4387-A6B7-F3681620C2C6}"/>
                  </a:ext>
                </a:extLst>
              </p:cNvPr>
              <p:cNvCxnSpPr/>
              <p:nvPr userDrawn="1"/>
            </p:nvCxnSpPr>
            <p:spPr>
              <a:xfrm flipV="1">
                <a:off x="193107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58">
                <a:extLst>
                  <a:ext uri="{FF2B5EF4-FFF2-40B4-BE49-F238E27FC236}">
                    <a16:creationId xmlns:a16="http://schemas.microsoft.com/office/drawing/2014/main" id="{0B03DDF2-C067-4050-B9E3-973ACB79D110}"/>
                  </a:ext>
                </a:extLst>
              </p:cNvPr>
              <p:cNvCxnSpPr/>
              <p:nvPr userDrawn="1"/>
            </p:nvCxnSpPr>
            <p:spPr>
              <a:xfrm flipV="1">
                <a:off x="1558445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59">
                <a:extLst>
                  <a:ext uri="{FF2B5EF4-FFF2-40B4-BE49-F238E27FC236}">
                    <a16:creationId xmlns:a16="http://schemas.microsoft.com/office/drawing/2014/main" id="{2CCD4EA8-14AB-4EF3-AA4F-068028B23FD9}"/>
                  </a:ext>
                </a:extLst>
              </p:cNvPr>
              <p:cNvCxnSpPr/>
              <p:nvPr userDrawn="1"/>
            </p:nvCxnSpPr>
            <p:spPr>
              <a:xfrm flipV="1">
                <a:off x="1188389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60">
                <a:extLst>
                  <a:ext uri="{FF2B5EF4-FFF2-40B4-BE49-F238E27FC236}">
                    <a16:creationId xmlns:a16="http://schemas.microsoft.com/office/drawing/2014/main" id="{C8AD15C4-17A1-4D20-A30D-913A27934A98}"/>
                  </a:ext>
                </a:extLst>
              </p:cNvPr>
              <p:cNvCxnSpPr/>
              <p:nvPr userDrawn="1"/>
            </p:nvCxnSpPr>
            <p:spPr>
              <a:xfrm flipV="1">
                <a:off x="814086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61">
                <a:extLst>
                  <a:ext uri="{FF2B5EF4-FFF2-40B4-BE49-F238E27FC236}">
                    <a16:creationId xmlns:a16="http://schemas.microsoft.com/office/drawing/2014/main" id="{53B14BAE-6D30-487C-A35C-CEEAB0526FC6}"/>
                  </a:ext>
                </a:extLst>
              </p:cNvPr>
              <p:cNvCxnSpPr/>
              <p:nvPr userDrawn="1"/>
            </p:nvCxnSpPr>
            <p:spPr>
              <a:xfrm flipV="1">
                <a:off x="442260" y="3600153"/>
                <a:ext cx="2960458" cy="2963259"/>
              </a:xfrm>
              <a:prstGeom prst="line">
                <a:avLst/>
              </a:prstGeom>
              <a:ln w="1270">
                <a:gradFill>
                  <a:gsLst>
                    <a:gs pos="89000">
                      <a:srgbClr val="003249">
                        <a:alpha val="0"/>
                      </a:srgbClr>
                    </a:gs>
                    <a:gs pos="0">
                      <a:srgbClr val="335E6F"/>
                    </a:gs>
                  </a:gsLst>
                  <a:lin ang="27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4CC007AC-F8AF-47C6-A900-868B5879D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A3B02F-74FE-439F-AB2D-C6EF6331C160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218859" y="1674000"/>
            <a:ext cx="5788800" cy="43164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02"/>
            </a:lvl6pPr>
            <a:lvl7pPr>
              <a:defRPr sz="1302"/>
            </a:lvl7pPr>
            <a:lvl8pPr>
              <a:defRPr sz="1302"/>
            </a:lvl8pPr>
            <a:lvl9pPr>
              <a:defRPr sz="1302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BA924DC-7418-41D7-8688-B91299655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2800" y="1674000"/>
            <a:ext cx="5778000" cy="43164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02"/>
            </a:lvl6pPr>
            <a:lvl7pPr>
              <a:defRPr sz="1302"/>
            </a:lvl7pPr>
            <a:lvl8pPr>
              <a:defRPr sz="1302"/>
            </a:lvl8pPr>
            <a:lvl9pPr>
              <a:defRPr sz="1302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8F9C73A-7B63-46A0-AF65-FB008D7B2439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0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_COLOUR_BG1">
    <p:bg>
      <p:bgPr>
        <a:solidFill>
          <a:srgbClr val="335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8E21D1-D3AB-467C-827A-60A3C231C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ECD27-029B-4C0A-8414-E1DCA0759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60" y="882000"/>
            <a:ext cx="11764800" cy="532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1D34A1-A85F-4AB9-A14F-720A91434907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966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_COLOUR_BG2">
    <p:bg>
      <p:bgPr>
        <a:solidFill>
          <a:srgbClr val="8197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54D428-23AE-4B01-BE91-F59947AAFD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54800"/>
            <a:ext cx="10108800" cy="565200"/>
          </a:xfrm>
        </p:spPr>
        <p:txBody>
          <a:bodyPr/>
          <a:lstStyle>
            <a:lvl1pPr algn="l">
              <a:defRPr sz="3000"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36C13B-CB48-4EFE-B92B-E0DF778BB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00" y="882000"/>
            <a:ext cx="11764800" cy="5328000"/>
          </a:xfrm>
        </p:spPr>
        <p:txBody>
          <a:bodyPr/>
          <a:lstStyle>
            <a:lvl1pPr>
              <a:defRPr sz="1800">
                <a:solidFill>
                  <a:srgbClr val="335E6F"/>
                </a:solidFill>
              </a:defRPr>
            </a:lvl1pPr>
            <a:lvl2pPr>
              <a:defRPr sz="1800">
                <a:solidFill>
                  <a:srgbClr val="335E6F"/>
                </a:solidFill>
              </a:defRPr>
            </a:lvl2pPr>
            <a:lvl3pPr>
              <a:defRPr sz="1800">
                <a:solidFill>
                  <a:srgbClr val="335E6F"/>
                </a:solidFill>
              </a:defRPr>
            </a:lvl3pPr>
            <a:lvl4pPr>
              <a:defRPr sz="1800">
                <a:solidFill>
                  <a:srgbClr val="335E6F"/>
                </a:solidFill>
              </a:defRPr>
            </a:lvl4pPr>
            <a:lvl5pPr>
              <a:defRPr sz="1800">
                <a:solidFill>
                  <a:srgbClr val="335E6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Text Box 34">
            <a:extLst>
              <a:ext uri="{FF2B5EF4-FFF2-40B4-BE49-F238E27FC236}">
                <a16:creationId xmlns:a16="http://schemas.microsoft.com/office/drawing/2014/main" id="{E95074FC-90B8-4B56-BD4B-F0811B2E09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80525" y="6202800"/>
            <a:ext cx="27507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it-IT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fld id="{FDAC5C42-9B53-4063-AF51-A40D4C64F718}" type="slidenum">
              <a:rPr lang="it-IT" sz="800" noProof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GB" sz="8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E1F460-950B-425E-B5D1-80B3597D9307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609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_COLOUR_BG3">
    <p:bg>
      <p:bgPr>
        <a:solidFill>
          <a:srgbClr val="008E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AEE28F-8201-4291-B91D-87424F6B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958D4-DB1F-4336-9FAC-F1310EA70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60" y="882000"/>
            <a:ext cx="11764800" cy="5328000"/>
          </a:xfrm>
        </p:spPr>
        <p:txBody>
          <a:bodyPr/>
          <a:lstStyle>
            <a:lvl1pPr>
              <a:defRPr sz="1800">
                <a:solidFill>
                  <a:srgbClr val="76C8AE"/>
                </a:solidFill>
              </a:defRPr>
            </a:lvl1pPr>
            <a:lvl2pPr>
              <a:defRPr sz="1800">
                <a:solidFill>
                  <a:srgbClr val="76C8AE"/>
                </a:solidFill>
              </a:defRPr>
            </a:lvl2pPr>
            <a:lvl3pPr>
              <a:defRPr sz="1800">
                <a:solidFill>
                  <a:srgbClr val="76C8AE"/>
                </a:solidFill>
              </a:defRPr>
            </a:lvl3pPr>
            <a:lvl4pPr>
              <a:defRPr sz="1800">
                <a:solidFill>
                  <a:srgbClr val="76C8AE"/>
                </a:solidFill>
              </a:defRPr>
            </a:lvl4pPr>
            <a:lvl5pPr>
              <a:defRPr sz="1800">
                <a:solidFill>
                  <a:srgbClr val="76C8AE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8B9D84-E353-4864-96E7-23BBF52A7D38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07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_COLOUR_BG4">
    <p:bg>
      <p:bgPr>
        <a:solidFill>
          <a:srgbClr val="960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9134E1-D455-4C26-B381-3FC697018E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CBCA6-6806-4F98-BCC6-89DD1EF3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60" y="882000"/>
            <a:ext cx="11764800" cy="5328000"/>
          </a:xfrm>
        </p:spPr>
        <p:txBody>
          <a:bodyPr/>
          <a:lstStyle>
            <a:lvl1pPr>
              <a:defRPr>
                <a:solidFill>
                  <a:srgbClr val="F1666A"/>
                </a:solidFill>
              </a:defRPr>
            </a:lvl1pPr>
            <a:lvl2pPr>
              <a:defRPr>
                <a:solidFill>
                  <a:srgbClr val="F1666A"/>
                </a:solidFill>
              </a:defRPr>
            </a:lvl2pPr>
            <a:lvl3pPr>
              <a:defRPr>
                <a:solidFill>
                  <a:srgbClr val="F1666A"/>
                </a:solidFill>
              </a:defRPr>
            </a:lvl3pPr>
            <a:lvl4pPr>
              <a:defRPr>
                <a:solidFill>
                  <a:srgbClr val="F1666A"/>
                </a:solidFill>
              </a:defRPr>
            </a:lvl4pPr>
            <a:lvl5pPr>
              <a:defRPr>
                <a:solidFill>
                  <a:srgbClr val="F1666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0E94D7-200B-499D-8560-F14FD5A2D412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557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_COLOUR_BG5">
    <p:bg>
      <p:bgPr>
        <a:solidFill>
          <a:srgbClr val="F47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E46C08-64B4-42D6-AF34-8AC1C34A0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54800"/>
            <a:ext cx="10108800" cy="565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9B6CC-D6D4-4607-B2F0-95D88CF486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8860" y="882000"/>
            <a:ext cx="11764800" cy="5328000"/>
          </a:xfrm>
        </p:spPr>
        <p:txBody>
          <a:bodyPr/>
          <a:lstStyle>
            <a:lvl1pPr>
              <a:defRPr sz="1800">
                <a:solidFill>
                  <a:srgbClr val="FFCC4E"/>
                </a:solidFill>
              </a:defRPr>
            </a:lvl1pPr>
            <a:lvl2pPr>
              <a:defRPr sz="1800">
                <a:solidFill>
                  <a:srgbClr val="FFCC4E"/>
                </a:solidFill>
              </a:defRPr>
            </a:lvl2pPr>
            <a:lvl3pPr>
              <a:defRPr sz="1800">
                <a:solidFill>
                  <a:srgbClr val="FFCC4E"/>
                </a:solidFill>
              </a:defRPr>
            </a:lvl3pPr>
            <a:lvl4pPr>
              <a:defRPr sz="1800">
                <a:solidFill>
                  <a:srgbClr val="FFCC4E"/>
                </a:solidFill>
              </a:defRPr>
            </a:lvl4pPr>
            <a:lvl5pPr>
              <a:defRPr sz="1800">
                <a:solidFill>
                  <a:srgbClr val="FFCC4E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283FBC-1301-40DC-A42B-EBA4F27E6D33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696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_COLOUR_BG6">
    <p:bg>
      <p:bgPr>
        <a:solidFill>
          <a:srgbClr val="0061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5B35B1-EFE6-4875-B916-1BC8765B5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32693-5FF5-4EE9-BE3E-903A4B28F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60" y="882000"/>
            <a:ext cx="11764800" cy="5328000"/>
          </a:xfrm>
        </p:spPr>
        <p:txBody>
          <a:bodyPr/>
          <a:lstStyle>
            <a:lvl1pPr>
              <a:defRPr sz="1800">
                <a:solidFill>
                  <a:srgbClr val="009BDB"/>
                </a:solidFill>
              </a:defRPr>
            </a:lvl1pPr>
            <a:lvl2pPr>
              <a:defRPr sz="1800">
                <a:solidFill>
                  <a:srgbClr val="009BDB"/>
                </a:solidFill>
              </a:defRPr>
            </a:lvl2pPr>
            <a:lvl3pPr>
              <a:defRPr sz="1800">
                <a:solidFill>
                  <a:srgbClr val="009BDB"/>
                </a:solidFill>
              </a:defRPr>
            </a:lvl3pPr>
            <a:lvl4pPr>
              <a:defRPr sz="1800">
                <a:solidFill>
                  <a:srgbClr val="009BDB"/>
                </a:solidFill>
              </a:defRPr>
            </a:lvl4pPr>
            <a:lvl5pPr>
              <a:defRPr sz="1800">
                <a:solidFill>
                  <a:srgbClr val="009BDB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5158A-2A8D-437F-903C-C03187D0BC74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609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_CLOSING1">
    <p:bg>
      <p:bgPr>
        <a:solidFill>
          <a:srgbClr val="003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49F9D6BA-4369-4A77-B906-1DB3998CAEE6}"/>
              </a:ext>
            </a:extLst>
          </p:cNvPr>
          <p:cNvSpPr/>
          <p:nvPr userDrawn="1"/>
        </p:nvSpPr>
        <p:spPr>
          <a:xfrm>
            <a:off x="0" y="0"/>
            <a:ext cx="12225337" cy="6858000"/>
          </a:xfrm>
          <a:prstGeom prst="rect">
            <a:avLst/>
          </a:prstGeom>
          <a:solidFill>
            <a:srgbClr val="335E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D3BEF3-BA94-4314-8B5C-E1B50DD15057}"/>
              </a:ext>
            </a:extLst>
          </p:cNvPr>
          <p:cNvSpPr/>
          <p:nvPr userDrawn="1"/>
        </p:nvSpPr>
        <p:spPr>
          <a:xfrm flipH="1">
            <a:off x="4699115" y="2011304"/>
            <a:ext cx="2827109" cy="2819035"/>
          </a:xfrm>
          <a:prstGeom prst="rect">
            <a:avLst/>
          </a:prstGeom>
          <a:solidFill>
            <a:srgbClr val="003249"/>
          </a:solidFill>
          <a:ln w="9525">
            <a:solidFill>
              <a:srgbClr val="0032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72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9F16787-8A53-41D0-B7DB-805E3E72C17B}"/>
              </a:ext>
            </a:extLst>
          </p:cNvPr>
          <p:cNvSpPr txBox="1">
            <a:spLocks/>
          </p:cNvSpPr>
          <p:nvPr userDrawn="1"/>
        </p:nvSpPr>
        <p:spPr>
          <a:xfrm>
            <a:off x="4699115" y="4524207"/>
            <a:ext cx="2820471" cy="314495"/>
          </a:xfrm>
          <a:prstGeom prst="rect">
            <a:avLst/>
          </a:prstGeom>
        </p:spPr>
        <p:txBody>
          <a:bodyPr vert="horz" lIns="66151" tIns="33076" rIns="66151" bIns="33076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1013" dirty="0">
              <a:solidFill>
                <a:srgbClr val="8197A6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BEF393-6511-46BA-9E6C-1CDE034CBF6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699115" y="2041527"/>
            <a:ext cx="2827111" cy="23590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140" b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30738" indent="0">
              <a:buNone/>
              <a:defRPr sz="1447" b="1"/>
            </a:lvl2pPr>
            <a:lvl3pPr marL="661477" indent="0">
              <a:buNone/>
              <a:defRPr sz="1302" b="1"/>
            </a:lvl3pPr>
            <a:lvl4pPr marL="992215" indent="0">
              <a:buNone/>
              <a:defRPr sz="1157" b="1"/>
            </a:lvl4pPr>
            <a:lvl5pPr marL="1322954" indent="0">
              <a:buNone/>
              <a:defRPr sz="1157" b="1"/>
            </a:lvl5pPr>
            <a:lvl6pPr marL="1653692" indent="0">
              <a:buNone/>
              <a:defRPr sz="1157" b="1"/>
            </a:lvl6pPr>
            <a:lvl7pPr marL="1984431" indent="0">
              <a:buNone/>
              <a:defRPr sz="1157" b="1"/>
            </a:lvl7pPr>
            <a:lvl8pPr marL="2315169" indent="0">
              <a:buNone/>
              <a:defRPr sz="1157" b="1"/>
            </a:lvl8pPr>
            <a:lvl9pPr marL="2645908" indent="0">
              <a:buNone/>
              <a:defRPr sz="1157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42739B0-932D-4E43-A871-586E86D63CDA}"/>
              </a:ext>
            </a:extLst>
          </p:cNvPr>
          <p:cNvSpPr txBox="1">
            <a:spLocks/>
          </p:cNvSpPr>
          <p:nvPr userDrawn="1"/>
        </p:nvSpPr>
        <p:spPr>
          <a:xfrm>
            <a:off x="4699115" y="1740025"/>
            <a:ext cx="2827111" cy="261521"/>
          </a:xfrm>
          <a:prstGeom prst="rect">
            <a:avLst/>
          </a:prstGeom>
        </p:spPr>
        <p:txBody>
          <a:bodyPr vert="horz" lIns="66151" tIns="33076" rIns="66151" bIns="33076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796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Produced by</a:t>
            </a:r>
            <a:endParaRPr lang="en-US" sz="796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95EE1E9-8C9C-4791-ADEC-8A6CB2EB49B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99115" y="4406774"/>
            <a:ext cx="2827111" cy="4235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500" b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30738" indent="0">
              <a:buNone/>
              <a:defRPr sz="1447" b="1"/>
            </a:lvl2pPr>
            <a:lvl3pPr marL="661477" indent="0">
              <a:buNone/>
              <a:defRPr sz="1302" b="1"/>
            </a:lvl3pPr>
            <a:lvl4pPr marL="992215" indent="0">
              <a:buNone/>
              <a:defRPr sz="1157" b="1"/>
            </a:lvl4pPr>
            <a:lvl5pPr marL="1322954" indent="0">
              <a:buNone/>
              <a:defRPr sz="1157" b="1"/>
            </a:lvl5pPr>
            <a:lvl6pPr marL="1653692" indent="0">
              <a:buNone/>
              <a:defRPr sz="1157" b="1"/>
            </a:lvl6pPr>
            <a:lvl7pPr marL="1984431" indent="0">
              <a:buNone/>
              <a:defRPr sz="1157" b="1"/>
            </a:lvl7pPr>
            <a:lvl8pPr marL="2315169" indent="0">
              <a:buNone/>
              <a:defRPr sz="1157" b="1"/>
            </a:lvl8pPr>
            <a:lvl9pPr marL="2645908" indent="0">
              <a:buNone/>
              <a:defRPr sz="1157" b="1"/>
            </a:lvl9pPr>
          </a:lstStyle>
          <a:p>
            <a:pPr lvl="0"/>
            <a:r>
              <a:rPr lang="en-GB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5991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EAR_COLOUR_BG1">
    <p:bg>
      <p:bgPr>
        <a:solidFill>
          <a:srgbClr val="E8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7C0E3E-0D11-4538-8949-D8211CDC6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E7C54A7-24E4-4E66-907D-44DB138DAC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9600" y="882000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AA659B-2889-412E-B001-118542FA805E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CC9EA0-FA2B-4636-BCE8-61BB80EF5780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rgbClr val="0032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3212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B2B2E7-BCE3-4EC1-AD51-3894C5284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54800"/>
            <a:ext cx="10108800" cy="565200"/>
          </a:xfrm>
        </p:spPr>
        <p:txBody>
          <a:bodyPr/>
          <a:lstStyle>
            <a:lvl1pPr algn="l">
              <a:defRPr sz="3000"/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91853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69">
            <a:extLst>
              <a:ext uri="{FF2B5EF4-FFF2-40B4-BE49-F238E27FC236}">
                <a16:creationId xmlns:a16="http://schemas.microsoft.com/office/drawing/2014/main" id="{62C2602F-BC1F-4AC9-8F8F-37D4246EC5C5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"/>
            <a:ext cx="12224000" cy="6876000"/>
          </a:xfrm>
          <a:prstGeom prst="rect">
            <a:avLst/>
          </a:prstGeom>
        </p:spPr>
      </p:pic>
      <p:sp>
        <p:nvSpPr>
          <p:cNvPr id="90" name="Rectangle 4">
            <a:extLst>
              <a:ext uri="{FF2B5EF4-FFF2-40B4-BE49-F238E27FC236}">
                <a16:creationId xmlns:a16="http://schemas.microsoft.com/office/drawing/2014/main" id="{FBF93EDD-5149-43C3-AE03-E4F5F512FE93}"/>
              </a:ext>
            </a:extLst>
          </p:cNvPr>
          <p:cNvSpPr/>
          <p:nvPr userDrawn="1"/>
        </p:nvSpPr>
        <p:spPr>
          <a:xfrm>
            <a:off x="0" y="-17998"/>
            <a:ext cx="12225600" cy="6893996"/>
          </a:xfrm>
          <a:prstGeom prst="rect">
            <a:avLst/>
          </a:prstGeom>
          <a:solidFill>
            <a:srgbClr val="00324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13982" y="5258117"/>
            <a:ext cx="10627380" cy="38145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Verdana" pitchFamily="34" charset="0"/>
              <a:buNone/>
              <a:defRPr sz="1736"/>
            </a:lvl1pPr>
          </a:lstStyle>
          <a:p>
            <a:pPr lvl="0"/>
            <a:r>
              <a:rPr lang="en-GB" noProof="0" dirty="0" err="1"/>
              <a:t>SubTitle</a:t>
            </a:r>
            <a:endParaRPr lang="en-GB" noProof="0" dirty="0"/>
          </a:p>
        </p:txBody>
      </p:sp>
      <p:sp>
        <p:nvSpPr>
          <p:cNvPr id="56325" name="Rectangle 6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47600" y="3351588"/>
            <a:ext cx="11808000" cy="707886"/>
          </a:xfrm>
          <a:prstGeom prst="rect">
            <a:avLst/>
          </a:prstGeom>
        </p:spPr>
        <p:txBody>
          <a:bodyPr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NAME YOUR PRESENTATION</a:t>
            </a:r>
          </a:p>
        </p:txBody>
      </p:sp>
      <p:sp>
        <p:nvSpPr>
          <p:cNvPr id="56347" name="Text Box 27"/>
          <p:cNvSpPr txBox="1">
            <a:spLocks noChangeArrowheads="1"/>
          </p:cNvSpPr>
          <p:nvPr userDrawn="1"/>
        </p:nvSpPr>
        <p:spPr bwMode="auto">
          <a:xfrm>
            <a:off x="844737" y="642937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cxnSp>
        <p:nvCxnSpPr>
          <p:cNvPr id="94" name="Straight Connector 152">
            <a:extLst>
              <a:ext uri="{FF2B5EF4-FFF2-40B4-BE49-F238E27FC236}">
                <a16:creationId xmlns:a16="http://schemas.microsoft.com/office/drawing/2014/main" id="{357F7D0F-2D50-4418-8EB4-564A4B2CEE5B}"/>
              </a:ext>
            </a:extLst>
          </p:cNvPr>
          <p:cNvCxnSpPr>
            <a:cxnSpLocks/>
          </p:cNvCxnSpPr>
          <p:nvPr userDrawn="1"/>
        </p:nvCxnSpPr>
        <p:spPr>
          <a:xfrm>
            <a:off x="223200" y="4106871"/>
            <a:ext cx="11736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Box 24">
            <a:extLst>
              <a:ext uri="{FF2B5EF4-FFF2-40B4-BE49-F238E27FC236}">
                <a16:creationId xmlns:a16="http://schemas.microsoft.com/office/drawing/2014/main" id="{7D33984A-D43C-428F-AB4A-04E5B59FAE7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33582" y="5406990"/>
            <a:ext cx="22794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4" name="Text Box 25">
            <a:extLst>
              <a:ext uri="{FF2B5EF4-FFF2-40B4-BE49-F238E27FC236}">
                <a16:creationId xmlns:a16="http://schemas.microsoft.com/office/drawing/2014/main" id="{7AB46881-5DF0-4A35-AA27-0D32ECF823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11453" y="6156809"/>
            <a:ext cx="227948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5" name="Text Box 99">
            <a:extLst>
              <a:ext uri="{FF2B5EF4-FFF2-40B4-BE49-F238E27FC236}">
                <a16:creationId xmlns:a16="http://schemas.microsoft.com/office/drawing/2014/main" id="{D9FE3E1C-24B3-4F63-846C-260B4220AAC5}"/>
              </a:ext>
            </a:extLst>
          </p:cNvPr>
          <p:cNvSpPr/>
          <p:nvPr userDrawn="1"/>
        </p:nvSpPr>
        <p:spPr>
          <a:xfrm>
            <a:off x="11125001" y="5811879"/>
            <a:ext cx="914400" cy="217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Text Box 58"/>
          <p:cNvSpPr txBox="1">
            <a:spLocks noChangeArrowheads="1"/>
          </p:cNvSpPr>
          <p:nvPr userDrawn="1"/>
        </p:nvSpPr>
        <p:spPr bwMode="auto">
          <a:xfrm>
            <a:off x="213720" y="6213933"/>
            <a:ext cx="670695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800" noProof="0" dirty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 UNCLASSIFIED - For ESA Official Use Only</a:t>
            </a:r>
          </a:p>
        </p:txBody>
      </p:sp>
      <p:sp>
        <p:nvSpPr>
          <p:cNvPr id="4" name="Text Box 34">
            <a:extLst>
              <a:ext uri="{FF2B5EF4-FFF2-40B4-BE49-F238E27FC236}">
                <a16:creationId xmlns:a16="http://schemas.microsoft.com/office/drawing/2014/main" id="{936521E2-36D7-4AF3-B70B-FA4D9649E4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495" y="6202800"/>
            <a:ext cx="29110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it-IT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fld id="{FDAC5C42-9B53-4063-AF51-A40D4C64F718}" type="slidenum">
              <a:rPr lang="it-IT" sz="800" noProof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GB" sz="8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3" name="Picture 6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1489" y="-216085"/>
            <a:ext cx="2093892" cy="1314000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9ED2187-7931-40B7-9BC1-1A6AE8B73A3F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5">
            <a:extLst>
              <a:ext uri="{FF2B5EF4-FFF2-40B4-BE49-F238E27FC236}">
                <a16:creationId xmlns:a16="http://schemas.microsoft.com/office/drawing/2014/main" id="{27D117D3-3E70-4E67-AADE-F4BE2C9CBADB}"/>
              </a:ext>
            </a:extLst>
          </p:cNvPr>
          <p:cNvPicPr>
            <a:picLocks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2800" y="6584400"/>
            <a:ext cx="1641396" cy="104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BB965BA-5FAA-5543-9444-B14F3D19DD2B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00" y="6462915"/>
            <a:ext cx="9956800" cy="40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4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563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3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3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325" grpId="0"/>
      <p:bldP spid="43" grpId="0" build="allAtOnce"/>
      <p:bldP spid="44" grpId="0" build="allAtOnce"/>
      <p:bldP spid="45" grpId="0" build="allAtOnce"/>
      <p:bldP spid="10" grpId="0"/>
    </p:bldLst>
  </p:timing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EA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7">
            <a:extLst>
              <a:ext uri="{FF2B5EF4-FFF2-40B4-BE49-F238E27FC236}">
                <a16:creationId xmlns:a16="http://schemas.microsoft.com/office/drawing/2014/main" id="{DA6F988C-F9E9-488F-B04A-A6A5E348FB48}"/>
              </a:ext>
            </a:extLst>
          </p:cNvPr>
          <p:cNvSpPr/>
          <p:nvPr userDrawn="1"/>
        </p:nvSpPr>
        <p:spPr>
          <a:xfrm>
            <a:off x="0" y="0"/>
            <a:ext cx="12225338" cy="882193"/>
          </a:xfrm>
          <a:prstGeom prst="rect">
            <a:avLst/>
          </a:prstGeom>
          <a:solidFill>
            <a:srgbClr val="003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72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B711613-D936-4B0D-87EB-6F0E6CE908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D686FA-69F1-452F-8A03-7EBE0FAEF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600" y="882196"/>
            <a:ext cx="11764800" cy="532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B0AC2C-C495-9D4C-B412-174B5899FD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1489" y="-216085"/>
            <a:ext cx="2093892" cy="1314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070BDC-06FB-4960-A8DE-239278850BE5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9731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7C0E3E-0D11-4538-8949-D8211CDC6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E7C54A7-24E4-4E66-907D-44DB138DAC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860" y="882193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640A77-6BB0-440C-B4B4-E095D11A8E6D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5185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R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7C0E3E-0D11-4538-8949-D8211CDC6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E7C54A7-24E4-4E66-907D-44DB138DAC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9600" y="882193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685DA0-8643-4F78-942D-E0F5AC953F36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45C1A6-E95B-4684-B90E-1AB073216CB2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rgbClr val="0032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3511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R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7C0E3E-0D11-4538-8949-D8211CDC6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>
                <a:solidFill>
                  <a:srgbClr val="003249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9A1B071-1AF1-4E5C-847C-81B99F1817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8859" y="1673225"/>
            <a:ext cx="5804673" cy="431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02"/>
            </a:lvl6pPr>
            <a:lvl7pPr>
              <a:defRPr sz="1302"/>
            </a:lvl7pPr>
            <a:lvl8pPr>
              <a:defRPr sz="1302"/>
            </a:lvl8pPr>
            <a:lvl9pPr>
              <a:defRPr sz="1302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FECB638-90E0-45FF-9E57-2E1BEA99D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279" y="1673225"/>
            <a:ext cx="5762854" cy="431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02"/>
            </a:lvl6pPr>
            <a:lvl7pPr>
              <a:defRPr sz="1302"/>
            </a:lvl7pPr>
            <a:lvl8pPr>
              <a:defRPr sz="1302"/>
            </a:lvl8pPr>
            <a:lvl9pPr>
              <a:defRPr sz="1302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F47824-5F4C-42F6-B2CB-5C8D93933C8D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9298AB-B73B-4BCE-AD0B-615D07924CA9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rgbClr val="0032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9259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R_COLOUR_BG1">
    <p:bg>
      <p:bgPr>
        <a:solidFill>
          <a:srgbClr val="E8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7C0E3E-0D11-4538-8949-D8211CDC6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E7C54A7-24E4-4E66-907D-44DB138DAC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9600" y="882000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AA659B-2889-412E-B001-118542FA805E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CC9EA0-FA2B-4636-BCE8-61BB80EF5780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rgbClr val="0032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5002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EAR_COLOUR_BG2">
    <p:bg>
      <p:bgPr>
        <a:solidFill>
          <a:srgbClr val="76C8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7C0E3E-0D11-4538-8949-D8211CDC6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770F7F7-54D2-419E-ACE8-1E20380299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860" y="882000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rgbClr val="006762"/>
                </a:solidFill>
              </a:defRPr>
            </a:lvl1pPr>
            <a:lvl2pPr>
              <a:defRPr sz="1800">
                <a:solidFill>
                  <a:srgbClr val="006762"/>
                </a:solidFill>
              </a:defRPr>
            </a:lvl2pPr>
            <a:lvl3pPr>
              <a:defRPr sz="1800">
                <a:solidFill>
                  <a:srgbClr val="006762"/>
                </a:solidFill>
              </a:defRPr>
            </a:lvl3pPr>
            <a:lvl4pPr>
              <a:defRPr sz="1800">
                <a:solidFill>
                  <a:srgbClr val="006762"/>
                </a:solidFill>
              </a:defRPr>
            </a:lvl4pPr>
            <a:lvl5pPr>
              <a:defRPr sz="1800">
                <a:solidFill>
                  <a:srgbClr val="006762"/>
                </a:solidFill>
              </a:defRPr>
            </a:lvl5pPr>
          </a:lstStyle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075600-BA77-42EA-BD8B-FEC39689263F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837CAC-2596-4110-B647-8349D245EFE2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rgbClr val="0032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1122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R_COLOUR_BG3">
    <p:bg>
      <p:bgPr>
        <a:solidFill>
          <a:srgbClr val="F166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7C0E3E-0D11-4538-8949-D8211CDC6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24FBA6A-9B37-4307-AF0B-2FB195B996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860" y="882000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rgbClr val="960136"/>
                </a:solidFill>
              </a:defRPr>
            </a:lvl1pPr>
            <a:lvl2pPr>
              <a:defRPr sz="1800">
                <a:solidFill>
                  <a:srgbClr val="960136"/>
                </a:solidFill>
              </a:defRPr>
            </a:lvl2pPr>
            <a:lvl3pPr>
              <a:defRPr sz="1800">
                <a:solidFill>
                  <a:srgbClr val="960136"/>
                </a:solidFill>
              </a:defRPr>
            </a:lvl3pPr>
            <a:lvl4pPr>
              <a:defRPr sz="1800">
                <a:solidFill>
                  <a:srgbClr val="960136"/>
                </a:solidFill>
              </a:defRPr>
            </a:lvl4pPr>
            <a:lvl5pPr>
              <a:defRPr sz="1800">
                <a:solidFill>
                  <a:srgbClr val="960136"/>
                </a:solidFill>
              </a:defRPr>
            </a:lvl5pPr>
          </a:lstStyle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C32E14-FE8F-48C1-9574-E90E820F0057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5A0856-D4D7-48CA-BEB5-F03C57058155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rgbClr val="0032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1446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R_COLOUR_BG4">
    <p:bg>
      <p:bgPr>
        <a:solidFill>
          <a:srgbClr val="FFC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AD5E32-67F7-433E-80AC-7E81CA1D6C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504A-25CB-4BBC-AA4B-1A27FA9225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860" y="882192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rgbClr val="A75534"/>
                </a:solidFill>
              </a:defRPr>
            </a:lvl1pPr>
            <a:lvl2pPr>
              <a:defRPr sz="1800">
                <a:solidFill>
                  <a:srgbClr val="A75534"/>
                </a:solidFill>
              </a:defRPr>
            </a:lvl2pPr>
            <a:lvl3pPr>
              <a:defRPr sz="1800">
                <a:solidFill>
                  <a:srgbClr val="A75534"/>
                </a:solidFill>
              </a:defRPr>
            </a:lvl3pPr>
            <a:lvl4pPr>
              <a:defRPr sz="1800">
                <a:solidFill>
                  <a:srgbClr val="A75534"/>
                </a:solidFill>
              </a:defRPr>
            </a:lvl4pPr>
            <a:lvl5pPr>
              <a:defRPr sz="1800">
                <a:solidFill>
                  <a:srgbClr val="A75534"/>
                </a:solidFill>
              </a:defRPr>
            </a:lvl5pPr>
          </a:lstStyle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F7FC02-E96C-496F-8FE0-B826EAA32C93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1290CC-4BA6-42BC-A7F8-883A979F93E9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rgbClr val="0032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7691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R_COLOUR_BG5">
    <p:bg>
      <p:bgPr>
        <a:solidFill>
          <a:srgbClr val="6DC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AD5E32-67F7-433E-80AC-7E81CA1D6C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34D9EA-0CED-4E85-B2F0-17341F16C1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860" y="882192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rgbClr val="1E3378"/>
                </a:solidFill>
              </a:defRPr>
            </a:lvl1pPr>
            <a:lvl2pPr>
              <a:defRPr sz="1800">
                <a:solidFill>
                  <a:srgbClr val="1E3378"/>
                </a:solidFill>
              </a:defRPr>
            </a:lvl2pPr>
            <a:lvl3pPr>
              <a:defRPr sz="1800">
                <a:solidFill>
                  <a:srgbClr val="1E3378"/>
                </a:solidFill>
              </a:defRPr>
            </a:lvl3pPr>
            <a:lvl4pPr>
              <a:defRPr sz="1800">
                <a:solidFill>
                  <a:srgbClr val="1E3378"/>
                </a:solidFill>
              </a:defRPr>
            </a:lvl4pPr>
            <a:lvl5pPr>
              <a:defRPr sz="1800">
                <a:solidFill>
                  <a:srgbClr val="1E3378"/>
                </a:solidFill>
              </a:defRPr>
            </a:lvl5pPr>
          </a:lstStyle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71754D-8A8B-4A11-BDAF-DD4DE65012F2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F9685A-3C9D-46AF-96E3-144FC01E8D9B}"/>
              </a:ext>
            </a:extLst>
          </p:cNvPr>
          <p:cNvCxnSpPr/>
          <p:nvPr userDrawn="1"/>
        </p:nvCxnSpPr>
        <p:spPr>
          <a:xfrm>
            <a:off x="218262" y="882193"/>
            <a:ext cx="11768400" cy="0"/>
          </a:xfrm>
          <a:prstGeom prst="line">
            <a:avLst/>
          </a:prstGeom>
          <a:ln w="9525">
            <a:solidFill>
              <a:srgbClr val="0032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7368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_CLOSING1">
    <p:bg>
      <p:bgPr>
        <a:solidFill>
          <a:srgbClr val="6DC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49F9D6BA-4369-4A77-B906-1DB3998CAEE6}"/>
              </a:ext>
            </a:extLst>
          </p:cNvPr>
          <p:cNvSpPr/>
          <p:nvPr userDrawn="1"/>
        </p:nvSpPr>
        <p:spPr>
          <a:xfrm>
            <a:off x="-693492" y="0"/>
            <a:ext cx="1293824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D3BEF3-BA94-4314-8B5C-E1B50DD15057}"/>
              </a:ext>
            </a:extLst>
          </p:cNvPr>
          <p:cNvSpPr/>
          <p:nvPr userDrawn="1"/>
        </p:nvSpPr>
        <p:spPr>
          <a:xfrm flipH="1">
            <a:off x="4699115" y="2011304"/>
            <a:ext cx="2827109" cy="2819035"/>
          </a:xfrm>
          <a:prstGeom prst="rect">
            <a:avLst/>
          </a:prstGeom>
          <a:solidFill>
            <a:schemeClr val="bg1"/>
          </a:solidFill>
          <a:ln w="9525">
            <a:solidFill>
              <a:srgbClr val="0032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72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9F16787-8A53-41D0-B7DB-805E3E72C17B}"/>
              </a:ext>
            </a:extLst>
          </p:cNvPr>
          <p:cNvSpPr txBox="1">
            <a:spLocks/>
          </p:cNvSpPr>
          <p:nvPr userDrawn="1"/>
        </p:nvSpPr>
        <p:spPr>
          <a:xfrm>
            <a:off x="4699115" y="4524207"/>
            <a:ext cx="2820471" cy="314495"/>
          </a:xfrm>
          <a:prstGeom prst="rect">
            <a:avLst/>
          </a:prstGeom>
        </p:spPr>
        <p:txBody>
          <a:bodyPr vert="horz" lIns="66151" tIns="33076" rIns="66151" bIns="33076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1013" dirty="0">
              <a:solidFill>
                <a:srgbClr val="8197A6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BEF393-6511-46BA-9E6C-1CDE034CBF6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699115" y="2041527"/>
            <a:ext cx="2827111" cy="23590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140" b="0" baseline="0">
                <a:solidFill>
                  <a:srgbClr val="003249"/>
                </a:solidFill>
                <a:latin typeface="Arial" charset="0"/>
                <a:ea typeface="Arial" charset="0"/>
                <a:cs typeface="Arial" charset="0"/>
              </a:defRPr>
            </a:lvl1pPr>
            <a:lvl2pPr marL="330738" indent="0">
              <a:buNone/>
              <a:defRPr sz="1447" b="1"/>
            </a:lvl2pPr>
            <a:lvl3pPr marL="661477" indent="0">
              <a:buNone/>
              <a:defRPr sz="1302" b="1"/>
            </a:lvl3pPr>
            <a:lvl4pPr marL="992215" indent="0">
              <a:buNone/>
              <a:defRPr sz="1157" b="1"/>
            </a:lvl4pPr>
            <a:lvl5pPr marL="1322954" indent="0">
              <a:buNone/>
              <a:defRPr sz="1157" b="1"/>
            </a:lvl5pPr>
            <a:lvl6pPr marL="1653692" indent="0">
              <a:buNone/>
              <a:defRPr sz="1157" b="1"/>
            </a:lvl6pPr>
            <a:lvl7pPr marL="1984431" indent="0">
              <a:buNone/>
              <a:defRPr sz="1157" b="1"/>
            </a:lvl7pPr>
            <a:lvl8pPr marL="2315169" indent="0">
              <a:buNone/>
              <a:defRPr sz="1157" b="1"/>
            </a:lvl8pPr>
            <a:lvl9pPr marL="2645908" indent="0">
              <a:buNone/>
              <a:defRPr sz="1157" b="1"/>
            </a:lvl9pPr>
          </a:lstStyle>
          <a:p>
            <a:pPr lvl="0"/>
            <a:r>
              <a:rPr lang="en-GB" noProof="0" dirty="0"/>
              <a:t>Click to edit Master text styles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42739B0-932D-4E43-A871-586E86D63CDA}"/>
              </a:ext>
            </a:extLst>
          </p:cNvPr>
          <p:cNvSpPr txBox="1">
            <a:spLocks/>
          </p:cNvSpPr>
          <p:nvPr userDrawn="1"/>
        </p:nvSpPr>
        <p:spPr>
          <a:xfrm>
            <a:off x="4699115" y="1740025"/>
            <a:ext cx="2827111" cy="261521"/>
          </a:xfrm>
          <a:prstGeom prst="rect">
            <a:avLst/>
          </a:prstGeom>
        </p:spPr>
        <p:txBody>
          <a:bodyPr vert="horz" lIns="66151" tIns="33076" rIns="66151" bIns="33076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796" dirty="0">
                <a:solidFill>
                  <a:srgbClr val="8197A6"/>
                </a:solidFill>
                <a:latin typeface="Arial" charset="0"/>
                <a:ea typeface="Arial" charset="0"/>
                <a:cs typeface="Arial" charset="0"/>
              </a:rPr>
              <a:t>Produced by</a:t>
            </a:r>
            <a:endParaRPr lang="en-US" sz="796" dirty="0">
              <a:solidFill>
                <a:srgbClr val="8197A6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95EE1E9-8C9C-4791-ADEC-8A6CB2EB49B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99115" y="4406774"/>
            <a:ext cx="2827111" cy="4235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500" b="0" baseline="0">
                <a:solidFill>
                  <a:srgbClr val="003249"/>
                </a:solidFill>
                <a:latin typeface="Arial" charset="0"/>
                <a:ea typeface="Arial" charset="0"/>
                <a:cs typeface="Arial" charset="0"/>
              </a:defRPr>
            </a:lvl1pPr>
            <a:lvl2pPr marL="330738" indent="0">
              <a:buNone/>
              <a:defRPr sz="1447" b="1"/>
            </a:lvl2pPr>
            <a:lvl3pPr marL="661477" indent="0">
              <a:buNone/>
              <a:defRPr sz="1302" b="1"/>
            </a:lvl3pPr>
            <a:lvl4pPr marL="992215" indent="0">
              <a:buNone/>
              <a:defRPr sz="1157" b="1"/>
            </a:lvl4pPr>
            <a:lvl5pPr marL="1322954" indent="0">
              <a:buNone/>
              <a:defRPr sz="1157" b="1"/>
            </a:lvl5pPr>
            <a:lvl6pPr marL="1653692" indent="0">
              <a:buNone/>
              <a:defRPr sz="1157" b="1"/>
            </a:lvl6pPr>
            <a:lvl7pPr marL="1984431" indent="0">
              <a:buNone/>
              <a:defRPr sz="1157" b="1"/>
            </a:lvl7pPr>
            <a:lvl8pPr marL="2315169" indent="0">
              <a:buNone/>
              <a:defRPr sz="1157" b="1"/>
            </a:lvl8pPr>
            <a:lvl9pPr marL="2645908" indent="0">
              <a:buNone/>
              <a:defRPr sz="1157" b="1"/>
            </a:lvl9pPr>
          </a:lstStyle>
          <a:p>
            <a:pPr lvl="0"/>
            <a:r>
              <a:rPr lang="en-GB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57404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73144F-B6DA-43DE-8986-0AB5D2CDA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154800"/>
            <a:ext cx="10108800" cy="565200"/>
          </a:xfrm>
        </p:spPr>
        <p:txBody>
          <a:bodyPr/>
          <a:lstStyle>
            <a:lvl1pPr algn="l">
              <a:defRPr sz="30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4E70818-9563-4F06-956D-FEFEF00658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262" y="882000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C1914C-858A-4B0F-850A-1FE5BA427F1A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65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emf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.emf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image" Target="../media/image4.emf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1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4.emf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532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8"/>
          <p:cNvSpPr txBox="1">
            <a:spLocks noChangeArrowheads="1"/>
          </p:cNvSpPr>
          <p:nvPr userDrawn="1"/>
        </p:nvSpPr>
        <p:spPr bwMode="auto">
          <a:xfrm>
            <a:off x="221404" y="6202800"/>
            <a:ext cx="121187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800" noProof="0" dirty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Picture 35" hidden="1">
            <a:extLst>
              <a:ext uri="{FF2B5EF4-FFF2-40B4-BE49-F238E27FC236}">
                <a16:creationId xmlns:a16="http://schemas.microsoft.com/office/drawing/2014/main" id="{C995CFAD-3BA1-4EC9-867D-60423D76AD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25338" cy="6858000"/>
          </a:xfrm>
          <a:prstGeom prst="rect">
            <a:avLst/>
          </a:prstGeom>
        </p:spPr>
      </p:pic>
      <p:sp>
        <p:nvSpPr>
          <p:cNvPr id="9" name="Text Box DG"/>
          <p:cNvSpPr txBox="1">
            <a:spLocks noChangeArrowheads="1"/>
          </p:cNvSpPr>
          <p:nvPr userDrawn="1"/>
        </p:nvSpPr>
        <p:spPr bwMode="auto">
          <a:xfrm>
            <a:off x="772995" y="44736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16000" y="154800"/>
            <a:ext cx="10108800" cy="565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noProof="0"/>
              <a:t>Click to edit Master title style</a:t>
            </a:r>
            <a:endParaRPr lang="en-GB" noProof="0" dirty="0"/>
          </a:p>
        </p:txBody>
      </p:sp>
      <p:sp>
        <p:nvSpPr>
          <p:cNvPr id="72" name="Rectangle 2">
            <a:extLst>
              <a:ext uri="{FF2B5EF4-FFF2-40B4-BE49-F238E27FC236}">
                <a16:creationId xmlns:a16="http://schemas.microsoft.com/office/drawing/2014/main" id="{F152A04D-5063-4E95-9CB5-5C50E37A6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9600" y="882000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  <a:endParaRPr lang="en-GB" altLang="en-US" noProof="0" dirty="0"/>
          </a:p>
        </p:txBody>
      </p:sp>
      <p:sp>
        <p:nvSpPr>
          <p:cNvPr id="39" name="Text Box 34"/>
          <p:cNvSpPr txBox="1">
            <a:spLocks noChangeArrowheads="1"/>
          </p:cNvSpPr>
          <p:nvPr userDrawn="1"/>
        </p:nvSpPr>
        <p:spPr bwMode="auto">
          <a:xfrm>
            <a:off x="8204400" y="6202800"/>
            <a:ext cx="37512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it-IT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fld id="{FDAC5C42-9B53-4063-AF51-A40D4C64F718}" type="slidenum">
              <a:rPr lang="it-IT" sz="800" noProof="1" smtClean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GB" sz="800" noProof="1">
              <a:solidFill>
                <a:srgbClr val="8197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C34021B-66EB-9E45-8BD1-64D5855A5802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1489" y="-216085"/>
            <a:ext cx="2093892" cy="1314000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FC175A7-9FD4-4A17-AB83-163F19D77D53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5">
            <a:extLst>
              <a:ext uri="{FF2B5EF4-FFF2-40B4-BE49-F238E27FC236}">
                <a16:creationId xmlns:a16="http://schemas.microsoft.com/office/drawing/2014/main" id="{7FAAE4D0-8000-49FB-BBA1-5FEEBEED9E96}"/>
              </a:ext>
            </a:extLst>
          </p:cNvPr>
          <p:cNvPicPr>
            <a:picLocks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2800" y="6584400"/>
            <a:ext cx="1638000" cy="1044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BB965BA-5FAA-5543-9444-B14F3D19DD2B}"/>
              </a:ext>
            </a:extLst>
          </p:cNvPr>
          <p:cNvPicPr/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808" y="6456358"/>
            <a:ext cx="9956800" cy="4051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45" r:id="rId2"/>
    <p:sldLayoutId id="2147483974" r:id="rId3"/>
    <p:sldLayoutId id="2147483975" r:id="rId4"/>
    <p:sldLayoutId id="2147483973" r:id="rId5"/>
    <p:sldLayoutId id="2147483930" r:id="rId6"/>
    <p:sldLayoutId id="2147483931" r:id="rId7"/>
    <p:sldLayoutId id="2147483932" r:id="rId8"/>
    <p:sldLayoutId id="2147483933" r:id="rId9"/>
    <p:sldLayoutId id="2147483935" r:id="rId10"/>
    <p:sldLayoutId id="2147483936" r:id="rId11"/>
    <p:sldLayoutId id="2147483937" r:id="rId12"/>
    <p:sldLayoutId id="2147483938" r:id="rId13"/>
    <p:sldLayoutId id="2147483939" r:id="rId14"/>
    <p:sldLayoutId id="2147483946" r:id="rId15"/>
    <p:sldLayoutId id="2147483947" r:id="rId16"/>
    <p:sldLayoutId id="2147483977" r:id="rId17"/>
    <p:sldLayoutId id="2147483978" r:id="rId18"/>
  </p:sldLayoutIdLst>
  <p:hf hd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lang="en-GB" sz="3000" b="1" dirty="0" smtClean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5pPr>
      <a:lvl6pPr marL="441015" algn="l" rtl="0" eaLnBrk="1" fontAlgn="base" hangingPunct="1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6pPr>
      <a:lvl7pPr marL="882030" algn="l" rtl="0" eaLnBrk="1" fontAlgn="base" hangingPunct="1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7pPr>
      <a:lvl8pPr marL="1323045" algn="l" rtl="0" eaLnBrk="1" fontAlgn="base" hangingPunct="1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8pPr>
      <a:lvl9pPr marL="1764060" algn="l" rtl="0" eaLnBrk="1" fontAlgn="base" hangingPunct="1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9pPr>
    </p:titleStyle>
    <p:bodyStyle>
      <a:lvl1pPr marL="0" indent="0" algn="l" rtl="0" eaLnBrk="1" fontAlgn="base" hangingPunct="1">
        <a:lnSpc>
          <a:spcPct val="119000"/>
        </a:lnSpc>
        <a:spcBef>
          <a:spcPct val="20000"/>
        </a:spcBef>
        <a:spcAft>
          <a:spcPct val="0"/>
        </a:spcAft>
        <a:buClr>
          <a:srgbClr val="8197A6"/>
        </a:buClr>
        <a:buFont typeface="Arial" panose="020B0604020202020204" pitchFamily="34" charset="0"/>
        <a:buNone/>
        <a:defRPr lang="en-GB" sz="1800" dirty="0" smtClean="0">
          <a:solidFill>
            <a:srgbClr val="8197A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81326" indent="0" algn="l" rtl="0" eaLnBrk="1" fontAlgn="base" hangingPunct="1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GB" sz="1800" dirty="0" smtClean="0">
          <a:solidFill>
            <a:srgbClr val="8197A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57771" indent="0" algn="l" rtl="0" eaLnBrk="1" fontAlgn="base" hangingPunct="1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GB" sz="1800" dirty="0" smtClean="0">
          <a:solidFill>
            <a:srgbClr val="8197A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934216" indent="0" algn="l" rtl="0" eaLnBrk="1" fontAlgn="base" hangingPunct="1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GB" sz="1800" dirty="0" smtClean="0">
          <a:solidFill>
            <a:srgbClr val="8197A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510661" indent="0" algn="l" rtl="0" eaLnBrk="1" fontAlgn="base" hangingPunct="1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GB" sz="1800" dirty="0" smtClean="0">
          <a:solidFill>
            <a:srgbClr val="8197A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6615" indent="-404264" algn="l" rtl="0" eaLnBrk="1" fontAlgn="base" hangingPunct="1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6pPr>
      <a:lvl7pPr marL="3797630" indent="-404264" algn="l" rtl="0" eaLnBrk="1" fontAlgn="base" hangingPunct="1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7pPr>
      <a:lvl8pPr marL="4238645" indent="-404264" algn="l" rtl="0" eaLnBrk="1" fontAlgn="base" hangingPunct="1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8pPr>
      <a:lvl9pPr marL="4679660" indent="-404264" algn="l" rtl="0" eaLnBrk="1" fontAlgn="base" hangingPunct="1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41015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2pPr>
      <a:lvl3pPr marL="88203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3pPr>
      <a:lvl4pPr marL="1323045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4pPr>
      <a:lvl5pPr marL="176406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5pPr>
      <a:lvl6pPr marL="2205076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6pPr>
      <a:lvl7pPr marL="2646091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7pPr>
      <a:lvl8pPr marL="3087106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8pPr>
      <a:lvl9pPr marL="3528121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5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DG"/>
          <p:cNvSpPr txBox="1">
            <a:spLocks noChangeArrowheads="1"/>
          </p:cNvSpPr>
          <p:nvPr userDrawn="1"/>
        </p:nvSpPr>
        <p:spPr bwMode="auto">
          <a:xfrm>
            <a:off x="772995" y="44736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16000" y="154800"/>
            <a:ext cx="10108800" cy="565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14" name="Text Box 38"/>
          <p:cNvSpPr txBox="1">
            <a:spLocks noChangeArrowheads="1"/>
          </p:cNvSpPr>
          <p:nvPr userDrawn="1"/>
        </p:nvSpPr>
        <p:spPr bwMode="auto">
          <a:xfrm>
            <a:off x="221404" y="6202800"/>
            <a:ext cx="121187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800" noProof="0" dirty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0341B57B-D657-44D2-A69B-8571F2FEB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8860" y="882000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109A9530-2671-487F-A9F5-FDB35D172B87}"/>
              </a:ext>
            </a:extLst>
          </p:cNvPr>
          <p:cNvPicPr>
            <a:picLocks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2800" y="6584400"/>
            <a:ext cx="1638000" cy="104400"/>
          </a:xfrm>
          <a:prstGeom prst="rect">
            <a:avLst/>
          </a:prstGeom>
        </p:spPr>
      </p:pic>
      <p:sp>
        <p:nvSpPr>
          <p:cNvPr id="3" name="Text Box 34">
            <a:extLst>
              <a:ext uri="{FF2B5EF4-FFF2-40B4-BE49-F238E27FC236}">
                <a16:creationId xmlns:a16="http://schemas.microsoft.com/office/drawing/2014/main" id="{174566EC-B884-414A-9831-F2C2C01CAF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04400" y="6202800"/>
            <a:ext cx="37512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it-IT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fld id="{FDAC5C42-9B53-4063-AF51-A40D4C64F718}" type="slidenum">
              <a:rPr lang="it-IT" sz="800" noProof="1" smtClean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GB" sz="800" noProof="1">
              <a:solidFill>
                <a:srgbClr val="8197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8673324-7E47-2849-ABFE-CFCE924180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1489" y="-216085"/>
            <a:ext cx="2093892" cy="131400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741CA98-6277-436B-BBF2-FB20C44A8434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EBB965BA-5FAA-5543-9444-B14F3D19DD2B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461468"/>
            <a:ext cx="9956800" cy="40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9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</p:sldLayoutIdLst>
  <p:hf sldNum="0" hdr="0" dt="0"/>
  <p:txStyles>
    <p:titleStyle>
      <a:lvl1pPr algn="just" rtl="0" fontAlgn="base">
        <a:spcBef>
          <a:spcPct val="0"/>
        </a:spcBef>
        <a:spcAft>
          <a:spcPct val="0"/>
        </a:spcAft>
        <a:defRPr lang="en-GB" sz="3000" b="1" dirty="0" smtClean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5pPr>
      <a:lvl6pPr marL="441015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6pPr>
      <a:lvl7pPr marL="882030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7pPr>
      <a:lvl8pPr marL="1323045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8pPr>
      <a:lvl9pPr marL="1764060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9pPr>
    </p:titleStyle>
    <p:bodyStyle>
      <a:lvl1pPr marL="0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rgbClr val="8197A6"/>
        </a:buClr>
        <a:buFont typeface="Arial" panose="020B0604020202020204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1pPr>
      <a:lvl2pPr marL="781326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2pPr>
      <a:lvl3pPr marL="1357771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3pPr>
      <a:lvl4pPr marL="1934216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charset="0"/>
          <a:ea typeface="MS PGothic" pitchFamily="34" charset="-128"/>
          <a:cs typeface="Arial" charset="0"/>
        </a:defRPr>
      </a:lvl4pPr>
      <a:lvl5pPr marL="2510661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GB" altLang="en-US" sz="1800" dirty="0">
          <a:solidFill>
            <a:srgbClr val="8197A6"/>
          </a:solidFill>
          <a:latin typeface="Arial" charset="0"/>
          <a:ea typeface="MS PGothic" pitchFamily="34" charset="-128"/>
          <a:cs typeface="Arial" charset="0"/>
        </a:defRPr>
      </a:lvl5pPr>
      <a:lvl6pPr marL="3356615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6pPr>
      <a:lvl7pPr marL="3797630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7pPr>
      <a:lvl8pPr marL="4238645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8pPr>
      <a:lvl9pPr marL="4679660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41015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2pPr>
      <a:lvl3pPr marL="88203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3pPr>
      <a:lvl4pPr marL="1323045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4pPr>
      <a:lvl5pPr marL="176406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5pPr>
      <a:lvl6pPr marL="2205076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6pPr>
      <a:lvl7pPr marL="2646091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7pPr>
      <a:lvl8pPr marL="3087106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8pPr>
      <a:lvl9pPr marL="3528121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5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DG"/>
          <p:cNvSpPr txBox="1">
            <a:spLocks noChangeArrowheads="1"/>
          </p:cNvSpPr>
          <p:nvPr userDrawn="1"/>
        </p:nvSpPr>
        <p:spPr bwMode="auto">
          <a:xfrm>
            <a:off x="772995" y="44736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16000" y="154800"/>
            <a:ext cx="10108800" cy="565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0341B57B-D657-44D2-A69B-8571F2FEB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9600" y="882000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sp>
        <p:nvSpPr>
          <p:cNvPr id="67" name="Text Box DG">
            <a:extLst>
              <a:ext uri="{FF2B5EF4-FFF2-40B4-BE49-F238E27FC236}">
                <a16:creationId xmlns:a16="http://schemas.microsoft.com/office/drawing/2014/main" id="{041D4B4D-8C28-4798-BDA6-9AF59297F3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2995" y="44736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sp>
        <p:nvSpPr>
          <p:cNvPr id="14" name="Text Box 38"/>
          <p:cNvSpPr txBox="1">
            <a:spLocks noChangeArrowheads="1"/>
          </p:cNvSpPr>
          <p:nvPr userDrawn="1"/>
        </p:nvSpPr>
        <p:spPr bwMode="auto">
          <a:xfrm>
            <a:off x="221404" y="6202800"/>
            <a:ext cx="121187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800" noProof="0" dirty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 Box 34">
            <a:extLst>
              <a:ext uri="{FF2B5EF4-FFF2-40B4-BE49-F238E27FC236}">
                <a16:creationId xmlns:a16="http://schemas.microsoft.com/office/drawing/2014/main" id="{06E20340-F309-4C15-A091-9346422556E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04400" y="6202800"/>
            <a:ext cx="37512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it-IT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fld id="{FDAC5C42-9B53-4063-AF51-A40D4C64F718}" type="slidenum">
              <a:rPr lang="it-IT" sz="800" noProof="1" smtClean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GB" sz="800" noProof="1">
              <a:solidFill>
                <a:srgbClr val="8197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F0C5015-6083-49C3-BE86-2DA42357DF9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245" y="6585917"/>
            <a:ext cx="1636920" cy="105918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AFEF84A-97F2-4A57-817D-F056C6F92852}"/>
              </a:ext>
            </a:extLst>
          </p:cNvPr>
          <p:cNvPicPr>
            <a:picLocks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489" y="-215904"/>
            <a:ext cx="2095200" cy="1314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BB965BA-5FAA-5543-9444-B14F3D19DD2B}"/>
              </a:ext>
            </a:extLst>
          </p:cNvPr>
          <p:cNvPicPr/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2" y="6452870"/>
            <a:ext cx="9956800" cy="40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9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72" r:id="rId7"/>
    <p:sldLayoutId id="2147483966" r:id="rId8"/>
    <p:sldLayoutId id="2147483967" r:id="rId9"/>
    <p:sldLayoutId id="2147483968" r:id="rId10"/>
    <p:sldLayoutId id="2147483969" r:id="rId11"/>
  </p:sldLayoutIdLst>
  <p:hf sldNum="0" hdr="0" dt="0"/>
  <p:txStyles>
    <p:titleStyle>
      <a:lvl1pPr algn="just" rtl="0" fontAlgn="base">
        <a:spcBef>
          <a:spcPct val="0"/>
        </a:spcBef>
        <a:spcAft>
          <a:spcPct val="0"/>
        </a:spcAft>
        <a:defRPr lang="en-GB" sz="3000" b="1" dirty="0" smtClean="0">
          <a:solidFill>
            <a:srgbClr val="00324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5pPr>
      <a:lvl6pPr marL="441015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6pPr>
      <a:lvl7pPr marL="882030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7pPr>
      <a:lvl8pPr marL="1323045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8pPr>
      <a:lvl9pPr marL="1764060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9pPr>
    </p:titleStyle>
    <p:bodyStyle>
      <a:lvl1pPr marL="0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rgbClr val="8197A6"/>
        </a:buClr>
        <a:buFont typeface="Arial" panose="020B0604020202020204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1pPr>
      <a:lvl2pPr marL="781326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2pPr>
      <a:lvl3pPr marL="1357771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3pPr>
      <a:lvl4pPr marL="1934216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charset="0"/>
          <a:ea typeface="MS PGothic" pitchFamily="34" charset="-128"/>
          <a:cs typeface="Arial" charset="0"/>
        </a:defRPr>
      </a:lvl4pPr>
      <a:lvl5pPr marL="2510661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GB" altLang="en-US" sz="1800" dirty="0">
          <a:solidFill>
            <a:srgbClr val="8197A6"/>
          </a:solidFill>
          <a:latin typeface="Arial" charset="0"/>
          <a:ea typeface="MS PGothic" pitchFamily="34" charset="-128"/>
          <a:cs typeface="Arial" charset="0"/>
        </a:defRPr>
      </a:lvl5pPr>
      <a:lvl6pPr marL="3356615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6pPr>
      <a:lvl7pPr marL="3797630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7pPr>
      <a:lvl8pPr marL="4238645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8pPr>
      <a:lvl9pPr marL="4679660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41015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2pPr>
      <a:lvl3pPr marL="88203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3pPr>
      <a:lvl4pPr marL="1323045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4pPr>
      <a:lvl5pPr marL="176406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5pPr>
      <a:lvl6pPr marL="2205076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6pPr>
      <a:lvl7pPr marL="2646091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7pPr>
      <a:lvl8pPr marL="3087106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8pPr>
      <a:lvl9pPr marL="3528121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5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DG"/>
          <p:cNvSpPr txBox="1">
            <a:spLocks noChangeArrowheads="1"/>
          </p:cNvSpPr>
          <p:nvPr userDrawn="1"/>
        </p:nvSpPr>
        <p:spPr bwMode="auto">
          <a:xfrm>
            <a:off x="772995" y="44736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16000" y="154800"/>
            <a:ext cx="9748800" cy="565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14" name="Text Box 38"/>
          <p:cNvSpPr txBox="1">
            <a:spLocks noChangeArrowheads="1"/>
          </p:cNvSpPr>
          <p:nvPr userDrawn="1"/>
        </p:nvSpPr>
        <p:spPr bwMode="auto">
          <a:xfrm>
            <a:off x="221404" y="6202800"/>
            <a:ext cx="121187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800" noProof="0" dirty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34" name="Straight Connector 64">
            <a:extLst>
              <a:ext uri="{FF2B5EF4-FFF2-40B4-BE49-F238E27FC236}">
                <a16:creationId xmlns:a16="http://schemas.microsoft.com/office/drawing/2014/main" id="{8F972EA9-1462-4B0E-A09A-25D9F39ABE44}"/>
              </a:ext>
            </a:extLst>
          </p:cNvPr>
          <p:cNvCxnSpPr>
            <a:cxnSpLocks/>
          </p:cNvCxnSpPr>
          <p:nvPr userDrawn="1"/>
        </p:nvCxnSpPr>
        <p:spPr>
          <a:xfrm>
            <a:off x="222041" y="6411947"/>
            <a:ext cx="11768092" cy="0"/>
          </a:xfrm>
          <a:prstGeom prst="line">
            <a:avLst/>
          </a:prstGeom>
          <a:ln w="952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2">
            <a:extLst>
              <a:ext uri="{FF2B5EF4-FFF2-40B4-BE49-F238E27FC236}">
                <a16:creationId xmlns:a16="http://schemas.microsoft.com/office/drawing/2014/main" id="{0341B57B-D657-44D2-A69B-8571F2FEB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8859" y="882000"/>
            <a:ext cx="11764800" cy="532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sp>
        <p:nvSpPr>
          <p:cNvPr id="5" name="Text Box 34">
            <a:extLst>
              <a:ext uri="{FF2B5EF4-FFF2-40B4-BE49-F238E27FC236}">
                <a16:creationId xmlns:a16="http://schemas.microsoft.com/office/drawing/2014/main" id="{3DFCB740-7646-4EBC-AD20-3EBB6A01A7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04400" y="6202800"/>
            <a:ext cx="37512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it-IT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fld id="{FDAC5C42-9B53-4063-AF51-A40D4C64F718}" type="slidenum">
              <a:rPr lang="it-IT" sz="800" noProof="1" smtClean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GB" sz="800" noProof="1">
              <a:solidFill>
                <a:srgbClr val="8197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29D5396F-AB17-46DD-BF61-FB3F73DE46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245" y="6585917"/>
            <a:ext cx="1636920" cy="105918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0761AADA-AC2C-47AD-A8CE-42FB2303BF88}"/>
              </a:ext>
            </a:extLst>
          </p:cNvPr>
          <p:cNvPicPr>
            <a:picLocks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489" y="-215904"/>
            <a:ext cx="2095200" cy="1314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BB965BA-5FAA-5543-9444-B14F3D19DD2B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4" y="6456814"/>
            <a:ext cx="9956800" cy="40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3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</p:sldLayoutIdLst>
  <p:hf sldNum="0" hdr="0" dt="0"/>
  <p:txStyles>
    <p:titleStyle>
      <a:lvl1pPr algn="just" rtl="0" fontAlgn="base">
        <a:spcBef>
          <a:spcPct val="0"/>
        </a:spcBef>
        <a:spcAft>
          <a:spcPct val="0"/>
        </a:spcAft>
        <a:defRPr lang="en-GB" sz="3000" b="1" dirty="0" smtClean="0">
          <a:solidFill>
            <a:srgbClr val="00324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5pPr>
      <a:lvl6pPr marL="441015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6pPr>
      <a:lvl7pPr marL="882030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7pPr>
      <a:lvl8pPr marL="1323045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8pPr>
      <a:lvl9pPr marL="1764060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9pPr>
    </p:titleStyle>
    <p:bodyStyle>
      <a:lvl1pPr marL="0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rgbClr val="8197A6"/>
        </a:buClr>
        <a:buFont typeface="Arial" panose="020B0604020202020204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1pPr>
      <a:lvl2pPr marL="781326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2pPr>
      <a:lvl3pPr marL="1357771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3pPr>
      <a:lvl4pPr marL="1934216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charset="0"/>
          <a:ea typeface="MS PGothic" pitchFamily="34" charset="-128"/>
          <a:cs typeface="Arial" charset="0"/>
        </a:defRPr>
      </a:lvl4pPr>
      <a:lvl5pPr marL="2510661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GB" altLang="en-US" sz="1800" dirty="0">
          <a:solidFill>
            <a:srgbClr val="8197A6"/>
          </a:solidFill>
          <a:latin typeface="Arial" charset="0"/>
          <a:ea typeface="MS PGothic" pitchFamily="34" charset="-128"/>
          <a:cs typeface="Arial" charset="0"/>
        </a:defRPr>
      </a:lvl5pPr>
      <a:lvl6pPr marL="3356615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6pPr>
      <a:lvl7pPr marL="3797630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7pPr>
      <a:lvl8pPr marL="4238645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8pPr>
      <a:lvl9pPr marL="4679660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41015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2pPr>
      <a:lvl3pPr marL="88203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3pPr>
      <a:lvl4pPr marL="1323045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4pPr>
      <a:lvl5pPr marL="176406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5pPr>
      <a:lvl6pPr marL="2205076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6pPr>
      <a:lvl7pPr marL="2646091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7pPr>
      <a:lvl8pPr marL="3087106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8pPr>
      <a:lvl9pPr marL="3528121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B7FB5-B5FE-77F8-94ED-C8960572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>
            <a:extLst>
              <a:ext uri="{FF2B5EF4-FFF2-40B4-BE49-F238E27FC236}">
                <a16:creationId xmlns:a16="http://schemas.microsoft.com/office/drawing/2014/main" id="{2CB20BDE-B412-2DA9-13F4-BAF987E6E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76" y="2993163"/>
            <a:ext cx="11772899" cy="1073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202" tIns="44101" rIns="88202" bIns="44101" numCol="1" anchor="b" anchorCtr="0" compatLnSpc="1">
            <a:prstTxWarp prst="textNoShape">
              <a:avLst/>
            </a:prstTxWarp>
            <a:spAutoFit/>
          </a:bodyPr>
          <a:lstStyle/>
          <a:p>
            <a:pPr algn="l" defTabSz="882030">
              <a:defRPr/>
            </a:pPr>
            <a:r>
              <a:rPr sz="3200" b="1">
                <a:solidFill>
                  <a:srgbClr val="FFFFFF"/>
                </a:solidFill>
                <a:latin typeface="Arial"/>
              </a:rPr>
              <a:t>Bayesian Statistics for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Reliability Assessment</a:t>
            </a:r>
          </a:p>
        </p:txBody>
      </p:sp>
      <p:sp>
        <p:nvSpPr>
          <p:cNvPr id="7" name="Text Box 24">
            <a:extLst>
              <a:ext uri="{FF2B5EF4-FFF2-40B4-BE49-F238E27FC236}">
                <a16:creationId xmlns:a16="http://schemas.microsoft.com/office/drawing/2014/main" id="{55F37131-1A7F-6E2E-B3A3-B1BE2EF97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706" y="5224144"/>
            <a:ext cx="512369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id="{755A94E0-D80F-122C-418E-EBC958629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681" y="5885467"/>
            <a:ext cx="5123720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 Box 99">
            <a:extLst>
              <a:ext uri="{FF2B5EF4-FFF2-40B4-BE49-F238E27FC236}">
                <a16:creationId xmlns:a16="http://schemas.microsoft.com/office/drawing/2014/main" id="{2347432F-7FB7-3766-BABF-89843A5FEF3E}"/>
              </a:ext>
            </a:extLst>
          </p:cNvPr>
          <p:cNvSpPr/>
          <p:nvPr/>
        </p:nvSpPr>
        <p:spPr>
          <a:xfrm>
            <a:off x="7288567" y="5590659"/>
            <a:ext cx="4750834" cy="217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23EAC103-5B19-6341-B28C-4F478FBA3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76" y="5242406"/>
            <a:ext cx="11772899" cy="643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202" tIns="44101" rIns="88202" bIns="44101" numCol="1" anchor="b" anchorCtr="0" compatLnSpc="1">
            <a:prstTxWarp prst="textNoShape">
              <a:avLst/>
            </a:prstTxWarp>
            <a:spAutoFit/>
          </a:bodyPr>
          <a:lstStyle/>
          <a:p>
            <a:pPr algn="r" defTabSz="882030">
              <a:spcAft>
                <a:spcPts val="600"/>
              </a:spcAft>
              <a:defRPr/>
            </a:pPr>
            <a:r>
              <a:rPr lang="en-US" b="1" dirty="0">
                <a:solidFill>
                  <a:srgbClr val="FFFFFF"/>
                </a:solidFill>
                <a:latin typeface="Arial"/>
              </a:rPr>
              <a:t>QPR Meeting #123 - 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Ju</a:t>
            </a:r>
            <a:r>
              <a:rPr lang="en-US" sz="1800" b="1" dirty="0">
                <a:solidFill>
                  <a:srgbClr val="FFFFFF"/>
                </a:solidFill>
                <a:latin typeface="Arial"/>
              </a:rPr>
              <a:t>ne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2026</a:t>
            </a:r>
            <a:br>
              <a:rPr lang="en-US" sz="1800" b="1" dirty="0">
                <a:solidFill>
                  <a:srgbClr val="FFFFFF"/>
                </a:solidFill>
                <a:latin typeface="Arial"/>
              </a:rPr>
            </a:br>
            <a:r>
              <a:rPr lang="en-US" sz="1800" b="1" dirty="0">
                <a:solidFill>
                  <a:srgbClr val="FFFFFF"/>
                </a:solidFill>
                <a:latin typeface="Arial"/>
              </a:rPr>
              <a:t>Luca Lizza</a:t>
            </a:r>
            <a:endParaRPr sz="1800" b="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964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  <p:bldP spid="8" grpId="0" build="allAtOnce"/>
      <p:bldP spid="2" grpId="0" build="allAtOnce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2EF30-57D2-49F5-1D1A-6EC19C34D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940B-D67C-4EFB-C678-0E56AAEB5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160401"/>
            <a:ext cx="10108800" cy="553998"/>
          </a:xfrm>
        </p:spPr>
        <p:txBody>
          <a:bodyPr/>
          <a:lstStyle/>
          <a:p>
            <a:r>
              <a:rPr>
                <a:solidFill>
                  <a:srgbClr val="002060"/>
                </a:solidFill>
              </a:rPr>
              <a:t>Outline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C6C12-1446-F3A6-B921-1F68DC803FED}"/>
              </a:ext>
            </a:extLst>
          </p:cNvPr>
          <p:cNvSpPr txBox="1"/>
          <p:nvPr/>
        </p:nvSpPr>
        <p:spPr>
          <a:xfrm>
            <a:off x="215999" y="1235419"/>
            <a:ext cx="11765793" cy="315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lang="en-US" sz="2000" b="0" dirty="0">
                <a:solidFill>
                  <a:srgbClr val="1F2A30"/>
                </a:solidFill>
                <a:latin typeface="Aptos"/>
              </a:rPr>
              <a:t>P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redictions vs. in-orbit reality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The Bayesian idea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lang="en-US" sz="2000" b="0" dirty="0">
                <a:solidFill>
                  <a:srgbClr val="1F2A30"/>
                </a:solidFill>
                <a:latin typeface="Aptos"/>
              </a:rPr>
              <a:t>T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he Gamma–Poisson update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A worked example</a:t>
            </a:r>
            <a:r>
              <a:rPr lang="en-US" sz="2000" b="0" dirty="0">
                <a:solidFill>
                  <a:srgbClr val="1F2A30"/>
                </a:solidFill>
                <a:latin typeface="Aptos"/>
              </a:rPr>
              <a:t>: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one component, start to finish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lang="en-US" sz="2000" dirty="0">
                <a:solidFill>
                  <a:srgbClr val="1F2A30"/>
                </a:solidFill>
                <a:latin typeface="Aptos"/>
              </a:rPr>
              <a:t>O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pen questions: priors, propagation, scale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lang="en-US" sz="2000" b="0" dirty="0">
                <a:solidFill>
                  <a:srgbClr val="1F2A30"/>
                </a:solidFill>
                <a:latin typeface="Aptos"/>
              </a:rPr>
              <a:t>Applicability of Bayes – and recommendations</a:t>
            </a:r>
            <a:endParaRPr sz="2000" b="0" dirty="0">
              <a:solidFill>
                <a:srgbClr val="1F2A30"/>
              </a:solidFill>
              <a:latin typeface="Aptos"/>
            </a:endParaRP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Where this fits: REX and the thesis</a:t>
            </a:r>
          </a:p>
        </p:txBody>
      </p:sp>
    </p:spTree>
    <p:extLst>
      <p:ext uri="{BB962C8B-B14F-4D97-AF65-F5344CB8AC3E}">
        <p14:creationId xmlns:p14="http://schemas.microsoft.com/office/powerpoint/2010/main" val="380437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188720"/>
            <a:ext cx="5897880" cy="4047262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Reliability predictions (ECSS-Q-ST-30, MIL-HDBK-217) are built on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ground-test data</a:t>
            </a:r>
            <a:r>
              <a:rPr lang="en-US" sz="2000" dirty="0">
                <a:solidFill>
                  <a:srgbClr val="1F2A30"/>
                </a:solidFill>
                <a:latin typeface="Aptos"/>
              </a:rPr>
              <a:t>,</a:t>
            </a:r>
            <a:r>
              <a:rPr lang="en-US" sz="2000" b="1" dirty="0">
                <a:solidFill>
                  <a:srgbClr val="1F2A30"/>
                </a:solidFill>
                <a:latin typeface="Aptos"/>
              </a:rPr>
              <a:t> empirical formulas</a:t>
            </a:r>
            <a:r>
              <a:rPr lang="en-US" sz="2000" dirty="0">
                <a:solidFill>
                  <a:srgbClr val="1F2A30"/>
                </a:solidFill>
                <a:latin typeface="Aptos"/>
              </a:rPr>
              <a:t>,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and deliberately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conservative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assumptions.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They are often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poorly representative of real in-orbit conditions</a:t>
            </a:r>
            <a:r>
              <a:rPr lang="en-US" sz="2000" dirty="0">
                <a:solidFill>
                  <a:srgbClr val="1F2A30"/>
                </a:solidFill>
                <a:latin typeface="Aptos"/>
              </a:rPr>
              <a:t>: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predicted and observed reliability drift apart over a mission.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ESA’s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REX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initiative now collects in-orbit operational data across past and current missions.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So</a:t>
            </a:r>
            <a:r>
              <a:rPr lang="en-US" sz="2000" b="0" dirty="0">
                <a:solidFill>
                  <a:srgbClr val="1F2A30"/>
                </a:solidFill>
                <a:latin typeface="Aptos"/>
              </a:rPr>
              <a:t>,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the real question is: how do we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combine a prior prediction with real evidence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, rigorously?</a:t>
            </a:r>
          </a:p>
        </p:txBody>
      </p:sp>
      <p:pic>
        <p:nvPicPr>
          <p:cNvPr id="4" name="Picture 3" descr="fig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15589"/>
            <a:ext cx="5532120" cy="4192581"/>
          </a:xfrm>
          <a:prstGeom prst="rect">
            <a:avLst/>
          </a:prstGeom>
          <a:ln w="12700">
            <a:solidFill>
              <a:srgbClr val="D0D3CE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Why classical estimates break on sparse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188720"/>
            <a:ext cx="5897880" cy="33886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A unit runs for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T operating hours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with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zero failures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</a:t>
            </a:r>
            <a:r>
              <a:rPr lang="en-US" sz="2000" dirty="0">
                <a:solidFill>
                  <a:srgbClr val="1F2A30"/>
                </a:solidFill>
                <a:latin typeface="Aptos"/>
              </a:rPr>
              <a:t>(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the in-orbit norm, not the exception</a:t>
            </a:r>
            <a:r>
              <a:rPr lang="en-US" sz="2000" b="0" dirty="0">
                <a:solidFill>
                  <a:srgbClr val="1F2A30"/>
                </a:solidFill>
                <a:latin typeface="Aptos"/>
              </a:rPr>
              <a:t>)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Classical estimate: λ</a:t>
            </a:r>
            <a:r>
              <a:rPr lang="en-US" sz="2000" b="0" dirty="0">
                <a:solidFill>
                  <a:srgbClr val="1F2A30"/>
                </a:solidFill>
                <a:latin typeface="Aptos"/>
              </a:rPr>
              <a:t> = </a:t>
            </a:r>
            <a:r>
              <a:rPr lang="en-GB" sz="2000" b="0" dirty="0">
                <a:solidFill>
                  <a:srgbClr val="1F2A30"/>
                </a:solidFill>
                <a:latin typeface="Aptos"/>
              </a:rPr>
              <a:t>0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→  “infinitely reliable”. Useless for margins.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Bayesian estimate: a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bounded posterior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— a best guess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≈ 364 FIT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and a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95% upper bound ≈ 1089 FIT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you can design to.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Same data, a usable answer — because we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started from a prior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.</a:t>
            </a:r>
          </a:p>
        </p:txBody>
      </p:sp>
      <p:pic>
        <p:nvPicPr>
          <p:cNvPr id="4" name="Picture 3" descr="fig_zero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1812"/>
            <a:ext cx="5532120" cy="4400135"/>
          </a:xfrm>
          <a:prstGeom prst="rect">
            <a:avLst/>
          </a:prstGeom>
          <a:ln w="12700">
            <a:solidFill>
              <a:srgbClr val="D0D3CE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The Bayesian idea, in our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188720"/>
            <a:ext cx="5897880" cy="4846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1" dirty="0">
                <a:solidFill>
                  <a:srgbClr val="1F2A30"/>
                </a:solidFill>
                <a:latin typeface="Aptos"/>
              </a:rPr>
              <a:t>Prior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 —  what the handbook predicts before flight.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1" dirty="0">
                <a:solidFill>
                  <a:srgbClr val="1F2A30"/>
                </a:solidFill>
                <a:latin typeface="Aptos"/>
              </a:rPr>
              <a:t>Likelihood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 —  what the REX data says.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1" dirty="0">
                <a:solidFill>
                  <a:srgbClr val="1F2A30"/>
                </a:solidFill>
                <a:latin typeface="Aptos"/>
              </a:rPr>
              <a:t>Posterior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 —  the updated belief: prior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×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data, </a:t>
            </a:r>
            <a:r>
              <a:rPr sz="2000" b="0" dirty="0" err="1">
                <a:solidFill>
                  <a:srgbClr val="1F2A30"/>
                </a:solidFill>
                <a:latin typeface="Aptos"/>
              </a:rPr>
              <a:t>normalised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 dirty="0">
                <a:solidFill>
                  <a:srgbClr val="1F2A30"/>
                </a:solidFill>
                <a:latin typeface="Aptos"/>
              </a:rPr>
              <a:t>The prior is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not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 an arbitrary guess — it is our existing </a:t>
            </a:r>
            <a:r>
              <a:rPr sz="2000" b="1" dirty="0">
                <a:solidFill>
                  <a:srgbClr val="1F2A30"/>
                </a:solidFill>
                <a:latin typeface="Aptos"/>
              </a:rPr>
              <a:t>ECSS prediction</a:t>
            </a:r>
            <a:r>
              <a:rPr sz="2000" b="0" dirty="0">
                <a:solidFill>
                  <a:srgbClr val="1F2A30"/>
                </a:solidFill>
                <a:latin typeface="Aptos"/>
              </a:rPr>
              <a:t>, written as a distribution instead of a single number.</a:t>
            </a:r>
          </a:p>
        </p:txBody>
      </p:sp>
      <p:pic>
        <p:nvPicPr>
          <p:cNvPr id="4" name="Picture 3" descr="fig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50965"/>
            <a:ext cx="5532120" cy="3521828"/>
          </a:xfrm>
          <a:prstGeom prst="rect">
            <a:avLst/>
          </a:prstGeom>
          <a:ln w="12700">
            <a:solidFill>
              <a:srgbClr val="D0D3CE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Two ways to say what we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188720"/>
            <a:ext cx="5650992" cy="4846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555F66"/>
                </a:solidFill>
                <a:latin typeface="Aptos"/>
              </a:rPr>
              <a:t>Classical (frequentist)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q"/>
            </a:pPr>
            <a:r>
              <a:rPr sz="1800" b="0">
                <a:solidFill>
                  <a:srgbClr val="1F2A30"/>
                </a:solidFill>
                <a:latin typeface="Aptos"/>
              </a:rPr>
              <a:t>λ is a </a:t>
            </a:r>
            <a:r>
              <a:rPr sz="1800" b="1">
                <a:solidFill>
                  <a:srgbClr val="1F2A30"/>
                </a:solidFill>
                <a:latin typeface="Aptos"/>
              </a:rPr>
              <a:t>fixed unknown number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q"/>
            </a:pPr>
            <a:r>
              <a:rPr sz="1800" b="0">
                <a:solidFill>
                  <a:srgbClr val="1F2A30"/>
                </a:solidFill>
                <a:latin typeface="Aptos"/>
              </a:rPr>
              <a:t>Data is random; estimates carry </a:t>
            </a:r>
            <a:r>
              <a:rPr sz="1800" b="1">
                <a:solidFill>
                  <a:srgbClr val="1F2A30"/>
                </a:solidFill>
                <a:latin typeface="Aptos"/>
              </a:rPr>
              <a:t>confidence intervals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q"/>
            </a:pPr>
            <a:r>
              <a:rPr sz="1800" b="0">
                <a:solidFill>
                  <a:srgbClr val="1F2A30"/>
                </a:solidFill>
                <a:latin typeface="Aptos"/>
              </a:rPr>
              <a:t>A “95% CI” is a statement about the </a:t>
            </a:r>
            <a:r>
              <a:rPr sz="1800" b="1">
                <a:solidFill>
                  <a:srgbClr val="1F2A30"/>
                </a:solidFill>
                <a:latin typeface="Aptos"/>
              </a:rPr>
              <a:t>procedure</a:t>
            </a:r>
            <a:r>
              <a:rPr sz="1800" b="0">
                <a:solidFill>
                  <a:srgbClr val="1F2A30"/>
                </a:solidFill>
                <a:latin typeface="Aptos"/>
              </a:rPr>
              <a:t>, not this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188720"/>
            <a:ext cx="5650992" cy="4846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00AE9C"/>
                </a:solidFill>
                <a:latin typeface="Aptos"/>
              </a:rPr>
              <a:t>Bayesian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q"/>
            </a:pPr>
            <a:r>
              <a:rPr sz="1800" b="0">
                <a:solidFill>
                  <a:srgbClr val="1F2A30"/>
                </a:solidFill>
                <a:latin typeface="Aptos"/>
              </a:rPr>
              <a:t>λ has a </a:t>
            </a:r>
            <a:r>
              <a:rPr sz="1800" b="1">
                <a:solidFill>
                  <a:srgbClr val="1F2A30"/>
                </a:solidFill>
                <a:latin typeface="Aptos"/>
              </a:rPr>
              <a:t>probability distribution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q"/>
            </a:pPr>
            <a:r>
              <a:rPr sz="1800" b="0">
                <a:solidFill>
                  <a:srgbClr val="1F2A30"/>
                </a:solidFill>
                <a:latin typeface="Aptos"/>
              </a:rPr>
              <a:t>We </a:t>
            </a:r>
            <a:r>
              <a:rPr sz="1800" b="1">
                <a:solidFill>
                  <a:srgbClr val="1F2A30"/>
                </a:solidFill>
                <a:latin typeface="Aptos"/>
              </a:rPr>
              <a:t>update</a:t>
            </a:r>
            <a:r>
              <a:rPr sz="1800" b="0">
                <a:solidFill>
                  <a:srgbClr val="1F2A30"/>
                </a:solidFill>
                <a:latin typeface="Aptos"/>
              </a:rPr>
              <a:t> it as evidence arrives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itchFamily="2" charset="2"/>
              <a:buChar char="q"/>
            </a:pPr>
            <a:r>
              <a:rPr sz="1800" b="1">
                <a:solidFill>
                  <a:srgbClr val="1F2A30"/>
                </a:solidFill>
                <a:latin typeface="Aptos"/>
              </a:rPr>
              <a:t>Credible interval</a:t>
            </a:r>
            <a:r>
              <a:rPr sz="1800" b="0">
                <a:solidFill>
                  <a:srgbClr val="1F2A30"/>
                </a:solidFill>
                <a:latin typeface="Aptos"/>
              </a:rPr>
              <a:t>: “90% probability λ is in [129, 1725] FIT” — what engineers actually want to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5806440"/>
            <a:ext cx="11750040" cy="7315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3249"/>
                </a:solidFill>
                <a:latin typeface="Aptos"/>
              </a:rPr>
              <a:t>Same data — but the Bayesian statement is the one you can defend in a margin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The workhorse: a conjugate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188720"/>
            <a:ext cx="5897880" cy="4846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Failures in time → </a:t>
            </a:r>
            <a:r>
              <a:rPr sz="2000" b="1">
                <a:solidFill>
                  <a:srgbClr val="1F2A30"/>
                </a:solidFill>
                <a:latin typeface="Aptos"/>
              </a:rPr>
              <a:t>Poisson(λT)</a:t>
            </a:r>
            <a:r>
              <a:rPr sz="2000" b="0">
                <a:solidFill>
                  <a:srgbClr val="1F2A30"/>
                </a:solidFill>
                <a:latin typeface="Aptos"/>
              </a:rPr>
              <a:t>; constant rate → </a:t>
            </a:r>
            <a:r>
              <a:rPr sz="2000" b="1">
                <a:solidFill>
                  <a:srgbClr val="1F2A30"/>
                </a:solidFill>
                <a:latin typeface="Aptos"/>
              </a:rPr>
              <a:t>exponential life</a:t>
            </a:r>
            <a:r>
              <a:rPr sz="2000" b="0">
                <a:solidFill>
                  <a:srgbClr val="1F2A30"/>
                </a:solidFill>
                <a:latin typeface="Aptos"/>
              </a:rPr>
              <a:t>. The natural model for FIT.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Conjugate prior on the failure rate: </a:t>
            </a:r>
            <a:r>
              <a:rPr sz="2000" b="1">
                <a:solidFill>
                  <a:srgbClr val="1F2A30"/>
                </a:solidFill>
                <a:latin typeface="Aptos"/>
              </a:rPr>
              <a:t>λ ~ Gamma(α₀, β₀)</a:t>
            </a:r>
            <a:r>
              <a:rPr sz="2000" b="0">
                <a:solidFill>
                  <a:srgbClr val="1F2A30"/>
                </a:solidFill>
                <a:latin typeface="Aptos"/>
              </a:rPr>
              <a:t>.</a:t>
            </a:r>
          </a:p>
          <a:p>
            <a:pPr marL="0" indent="0" algn="ctr">
              <a:lnSpc>
                <a:spcPct val="107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003249"/>
                </a:solidFill>
                <a:latin typeface="Aptos"/>
              </a:rPr>
              <a:t>Gamma(α₀, β₀)  →  Gamma(α₀ + k, β₀ + T)</a:t>
            </a:r>
          </a:p>
          <a:p>
            <a:pPr marL="0" indent="0" algn="ctr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400" b="0">
                <a:solidFill>
                  <a:srgbClr val="555F66"/>
                </a:solidFill>
                <a:latin typeface="Aptos"/>
              </a:rPr>
              <a:t>for k failures observed in T hours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2000" b="1">
                <a:solidFill>
                  <a:srgbClr val="1F2A30"/>
                </a:solidFill>
                <a:latin typeface="Aptos"/>
              </a:rPr>
              <a:t>α₀ = “equivalent prior failures”</a:t>
            </a:r>
            <a:r>
              <a:rPr sz="2000" b="0">
                <a:solidFill>
                  <a:srgbClr val="1F2A30"/>
                </a:solidFill>
                <a:latin typeface="Aptos"/>
              </a:rPr>
              <a:t> — prior strength in data units; β₀ anchors the prior mean to the handbook FIT.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Closed-form: </a:t>
            </a:r>
            <a:r>
              <a:rPr sz="2000" b="1">
                <a:solidFill>
                  <a:srgbClr val="1F2A30"/>
                </a:solidFill>
                <a:latin typeface="Aptos"/>
              </a:rPr>
              <a:t>no MCMC</a:t>
            </a:r>
            <a:r>
              <a:rPr sz="2000" b="0">
                <a:solidFill>
                  <a:srgbClr val="1F2A30"/>
                </a:solidFill>
                <a:latin typeface="Aptos"/>
              </a:rPr>
              <a:t> — cheap, transparent, auditable.</a:t>
            </a:r>
          </a:p>
        </p:txBody>
      </p:sp>
      <p:pic>
        <p:nvPicPr>
          <p:cNvPr id="4" name="Picture 3" descr="fig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10624"/>
            <a:ext cx="5532120" cy="4202511"/>
          </a:xfrm>
          <a:prstGeom prst="rect">
            <a:avLst/>
          </a:prstGeom>
          <a:ln w="12700">
            <a:solidFill>
              <a:srgbClr val="D0D3CE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One component, start to finish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188720"/>
            <a:ext cx="5897880" cy="4846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Illustrative unit, prior </a:t>
            </a:r>
            <a:r>
              <a:rPr sz="2000" b="1">
                <a:solidFill>
                  <a:srgbClr val="1F2A30"/>
                </a:solidFill>
                <a:latin typeface="Aptos"/>
              </a:rPr>
              <a:t>1000 FIT</a:t>
            </a:r>
            <a:r>
              <a:rPr sz="2000" b="0">
                <a:solidFill>
                  <a:srgbClr val="1F2A30"/>
                </a:solidFill>
                <a:latin typeface="Aptos"/>
              </a:rPr>
              <a:t> from ECSS  →  Gamma(1, 10⁶ h).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REX shows </a:t>
            </a:r>
            <a:r>
              <a:rPr sz="2000" b="1">
                <a:solidFill>
                  <a:srgbClr val="1F2A30"/>
                </a:solidFill>
                <a:latin typeface="Aptos"/>
              </a:rPr>
              <a:t>1 failure in 1.75 million operating hours</a:t>
            </a:r>
            <a:r>
              <a:rPr sz="2000" b="0">
                <a:solidFill>
                  <a:srgbClr val="1F2A30"/>
                </a:solidFill>
                <a:latin typeface="Aptos"/>
              </a:rPr>
              <a:t>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Posterior: mean </a:t>
            </a:r>
            <a:r>
              <a:rPr sz="2000" b="1">
                <a:solidFill>
                  <a:srgbClr val="1F2A30"/>
                </a:solidFill>
                <a:latin typeface="Aptos"/>
              </a:rPr>
              <a:t>727 FIT</a:t>
            </a:r>
            <a:r>
              <a:rPr sz="2000" b="0">
                <a:solidFill>
                  <a:srgbClr val="1F2A30"/>
                </a:solidFill>
                <a:latin typeface="Aptos"/>
              </a:rPr>
              <a:t>, </a:t>
            </a:r>
            <a:r>
              <a:rPr sz="2000" b="1">
                <a:solidFill>
                  <a:srgbClr val="1F2A30"/>
                </a:solidFill>
                <a:latin typeface="Aptos"/>
              </a:rPr>
              <a:t>90% credible interval [129, 1725] FIT</a:t>
            </a:r>
            <a:r>
              <a:rPr sz="2000" b="0">
                <a:solidFill>
                  <a:srgbClr val="1F2A30"/>
                </a:solidFill>
                <a:latin typeface="Aptos"/>
              </a:rPr>
              <a:t>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Predicted 7-year reliability: </a:t>
            </a:r>
            <a:r>
              <a:rPr sz="2000" b="1">
                <a:solidFill>
                  <a:srgbClr val="1F2A30"/>
                </a:solidFill>
                <a:latin typeface="Aptos"/>
              </a:rPr>
              <a:t>0.940 → 0.956</a:t>
            </a:r>
            <a:r>
              <a:rPr sz="2000" b="0">
                <a:solidFill>
                  <a:srgbClr val="1F2A30"/>
                </a:solidFill>
                <a:latin typeface="Aptos"/>
              </a:rPr>
              <a:t> — the unit runs a little better than the conservative prior, and we can </a:t>
            </a:r>
            <a:r>
              <a:rPr sz="2000" b="1">
                <a:solidFill>
                  <a:srgbClr val="1F2A30"/>
                </a:solidFill>
                <a:latin typeface="Aptos"/>
              </a:rPr>
              <a:t>quantify how sure we are</a:t>
            </a:r>
            <a:r>
              <a:rPr sz="2000" b="0">
                <a:solidFill>
                  <a:srgbClr val="1F2A30"/>
                </a:solidFill>
                <a:latin typeface="Aptos"/>
              </a:rPr>
              <a:t>.</a:t>
            </a:r>
          </a:p>
        </p:txBody>
      </p:sp>
      <p:pic>
        <p:nvPicPr>
          <p:cNvPr id="4" name="Picture 3" descr="fig_wor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17618"/>
            <a:ext cx="5532120" cy="3988523"/>
          </a:xfrm>
          <a:prstGeom prst="rect">
            <a:avLst/>
          </a:prstGeom>
          <a:ln w="12700">
            <a:solidFill>
              <a:srgbClr val="D0D3CE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Open question 1 — how much does the prior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188720"/>
            <a:ext cx="11750040" cy="1600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With </a:t>
            </a:r>
            <a:r>
              <a:rPr sz="2000" b="1">
                <a:solidFill>
                  <a:srgbClr val="1F2A30"/>
                </a:solidFill>
                <a:latin typeface="Aptos"/>
              </a:rPr>
              <a:t>sparse data</a:t>
            </a:r>
            <a:r>
              <a:rPr sz="2000" b="0">
                <a:solidFill>
                  <a:srgbClr val="1F2A30"/>
                </a:solidFill>
                <a:latin typeface="Aptos"/>
              </a:rPr>
              <a:t>, the prior can </a:t>
            </a:r>
            <a:r>
              <a:rPr sz="2000" b="1">
                <a:solidFill>
                  <a:srgbClr val="1F2A30"/>
                </a:solidFill>
                <a:latin typeface="Aptos"/>
              </a:rPr>
              <a:t>dominate</a:t>
            </a:r>
            <a:r>
              <a:rPr sz="2000" b="0">
                <a:solidFill>
                  <a:srgbClr val="1F2A30"/>
                </a:solidFill>
                <a:latin typeface="Aptos"/>
              </a:rPr>
              <a:t> — different defensible priors give different answers.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With </a:t>
            </a:r>
            <a:r>
              <a:rPr sz="2000" b="1">
                <a:solidFill>
                  <a:srgbClr val="1F2A30"/>
                </a:solidFill>
                <a:latin typeface="Aptos"/>
              </a:rPr>
              <a:t>enough data</a:t>
            </a:r>
            <a:r>
              <a:rPr sz="2000" b="0">
                <a:solidFill>
                  <a:srgbClr val="1F2A30"/>
                </a:solidFill>
                <a:latin typeface="Aptos"/>
              </a:rPr>
              <a:t>, the prior </a:t>
            </a:r>
            <a:r>
              <a:rPr sz="2000" b="1">
                <a:solidFill>
                  <a:srgbClr val="1F2A30"/>
                </a:solidFill>
                <a:latin typeface="Aptos"/>
              </a:rPr>
              <a:t>washes out</a:t>
            </a:r>
            <a:r>
              <a:rPr sz="2000" b="0">
                <a:solidFill>
                  <a:srgbClr val="1F2A30"/>
                </a:solidFill>
                <a:latin typeface="Aptos"/>
              </a:rPr>
              <a:t> and the evidence speaks for itself.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So: choose priors </a:t>
            </a:r>
            <a:r>
              <a:rPr sz="2000" b="1">
                <a:solidFill>
                  <a:srgbClr val="1F2A30"/>
                </a:solidFill>
                <a:latin typeface="Aptos"/>
              </a:rPr>
              <a:t>principledly</a:t>
            </a:r>
            <a:r>
              <a:rPr sz="2000" b="0">
                <a:solidFill>
                  <a:srgbClr val="1F2A30"/>
                </a:solidFill>
                <a:latin typeface="Aptos"/>
              </a:rPr>
              <a:t>, and always report how </a:t>
            </a:r>
            <a:r>
              <a:rPr sz="2000" b="1">
                <a:solidFill>
                  <a:srgbClr val="1F2A30"/>
                </a:solidFill>
                <a:latin typeface="Aptos"/>
              </a:rPr>
              <a:t>sensitive</a:t>
            </a:r>
            <a:r>
              <a:rPr sz="2000" b="0">
                <a:solidFill>
                  <a:srgbClr val="1F2A30"/>
                </a:solidFill>
                <a:latin typeface="Aptos"/>
              </a:rPr>
              <a:t> the result is — the less-conservative ECSS prediction is one reference point.</a:t>
            </a:r>
          </a:p>
        </p:txBody>
      </p:sp>
      <p:pic>
        <p:nvPicPr>
          <p:cNvPr id="4" name="Picture 3" descr="fig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466" y="2907792"/>
            <a:ext cx="5866019" cy="3246120"/>
          </a:xfrm>
          <a:prstGeom prst="rect">
            <a:avLst/>
          </a:prstGeom>
          <a:ln w="12700">
            <a:solidFill>
              <a:srgbClr val="D0D3CE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Open question 2 — from components to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188720"/>
            <a:ext cx="11750040" cy="16002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We don’t want component numbers only — we want </a:t>
            </a:r>
            <a:r>
              <a:rPr sz="2000" b="1">
                <a:solidFill>
                  <a:srgbClr val="1F2A30"/>
                </a:solidFill>
                <a:latin typeface="Aptos"/>
              </a:rPr>
              <a:t>subsystem and satellite</a:t>
            </a:r>
            <a:r>
              <a:rPr sz="2000" b="0">
                <a:solidFill>
                  <a:srgbClr val="1F2A30"/>
                </a:solidFill>
                <a:latin typeface="Aptos"/>
              </a:rPr>
              <a:t> reliability.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The hard part: propagate the </a:t>
            </a:r>
            <a:r>
              <a:rPr sz="2000" b="1">
                <a:solidFill>
                  <a:srgbClr val="1F2A30"/>
                </a:solidFill>
                <a:latin typeface="Aptos"/>
              </a:rPr>
              <a:t>full posterior uncertainty</a:t>
            </a:r>
            <a:r>
              <a:rPr sz="2000" b="0">
                <a:solidFill>
                  <a:srgbClr val="1F2A30"/>
                </a:solidFill>
                <a:latin typeface="Aptos"/>
              </a:rPr>
              <a:t> through RBDs / fault trees, with redundancy and common-cause — not just point estimates.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Monte-Carlo over component posteriors yields a </a:t>
            </a:r>
            <a:r>
              <a:rPr sz="2000" b="1">
                <a:solidFill>
                  <a:srgbClr val="1F2A30"/>
                </a:solidFill>
                <a:latin typeface="Aptos"/>
              </a:rPr>
              <a:t>system distribution with its own credible interval</a:t>
            </a:r>
            <a:r>
              <a:rPr sz="2000" b="0">
                <a:solidFill>
                  <a:srgbClr val="1F2A30"/>
                </a:solidFill>
                <a:latin typeface="Aptos"/>
              </a:rPr>
              <a:t>.</a:t>
            </a:r>
          </a:p>
        </p:txBody>
      </p:sp>
      <p:pic>
        <p:nvPicPr>
          <p:cNvPr id="4" name="Picture 3" descr="fig_propa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805" y="2907792"/>
            <a:ext cx="7547341" cy="3246120"/>
          </a:xfrm>
          <a:prstGeom prst="rect">
            <a:avLst/>
          </a:prstGeom>
          <a:ln w="12700">
            <a:solidFill>
              <a:srgbClr val="D0D3CE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Open question 3 — at what scale is inference most robust?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188720"/>
            <a:ext cx="5897880" cy="4846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q"/>
            </a:pPr>
            <a:r>
              <a:rPr sz="2000" b="1">
                <a:solidFill>
                  <a:srgbClr val="1F2A30"/>
                </a:solidFill>
                <a:latin typeface="Aptos"/>
              </a:rPr>
              <a:t>Components</a:t>
            </a:r>
            <a:r>
              <a:rPr sz="2000" b="0">
                <a:solidFill>
                  <a:srgbClr val="1F2A30"/>
                </a:solidFill>
                <a:latin typeface="Aptos"/>
              </a:rPr>
              <a:t>: many, but each fails rarely → sparse data, </a:t>
            </a:r>
            <a:r>
              <a:rPr sz="2000" b="1">
                <a:solidFill>
                  <a:srgbClr val="1F2A30"/>
                </a:solidFill>
                <a:latin typeface="Aptos"/>
              </a:rPr>
              <a:t>wide posteriors</a:t>
            </a:r>
            <a:r>
              <a:rPr sz="2000" b="0">
                <a:solidFill>
                  <a:srgbClr val="1F2A30"/>
                </a:solidFill>
                <a:latin typeface="Aptos"/>
              </a:rPr>
              <a:t>, high design resolution.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q"/>
            </a:pPr>
            <a:r>
              <a:rPr sz="2000" b="1">
                <a:solidFill>
                  <a:srgbClr val="1F2A30"/>
                </a:solidFill>
                <a:latin typeface="Aptos"/>
              </a:rPr>
              <a:t>Systems</a:t>
            </a:r>
            <a:r>
              <a:rPr sz="2000" b="0">
                <a:solidFill>
                  <a:srgbClr val="1F2A30"/>
                </a:solidFill>
                <a:latin typeface="Aptos"/>
              </a:rPr>
              <a:t>: fewer, but accumulate failures → </a:t>
            </a:r>
            <a:r>
              <a:rPr sz="2000" b="1">
                <a:solidFill>
                  <a:srgbClr val="1F2A30"/>
                </a:solidFill>
                <a:latin typeface="Aptos"/>
              </a:rPr>
              <a:t>tighter estimates</a:t>
            </a:r>
            <a:r>
              <a:rPr sz="2000" b="0">
                <a:solidFill>
                  <a:srgbClr val="1F2A30"/>
                </a:solidFill>
                <a:latin typeface="Aptos"/>
              </a:rPr>
              <a:t>, lower resolution.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q"/>
            </a:pPr>
            <a:r>
              <a:rPr sz="2000" b="0">
                <a:solidFill>
                  <a:srgbClr val="1F2A30"/>
                </a:solidFill>
                <a:latin typeface="Aptos"/>
              </a:rPr>
              <a:t>Aggregating buys </a:t>
            </a:r>
            <a:r>
              <a:rPr sz="2000" b="1">
                <a:solidFill>
                  <a:srgbClr val="1F2A30"/>
                </a:solidFill>
                <a:latin typeface="Aptos"/>
              </a:rPr>
              <a:t>statistical certainty</a:t>
            </a:r>
            <a:r>
              <a:rPr sz="2000" b="0">
                <a:solidFill>
                  <a:srgbClr val="1F2A30"/>
                </a:solidFill>
                <a:latin typeface="Aptos"/>
              </a:rPr>
              <a:t> but </a:t>
            </a:r>
            <a:r>
              <a:rPr sz="2000" b="1">
                <a:solidFill>
                  <a:srgbClr val="1F2A30"/>
                </a:solidFill>
                <a:latin typeface="Aptos"/>
              </a:rPr>
              <a:t>loses the location</a:t>
            </a:r>
            <a:r>
              <a:rPr sz="2000" b="0">
                <a:solidFill>
                  <a:srgbClr val="1F2A30"/>
                </a:solidFill>
                <a:latin typeface="Aptos"/>
              </a:rPr>
              <a:t> of the weak spot.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q"/>
            </a:pPr>
            <a:r>
              <a:rPr sz="2000" b="1">
                <a:solidFill>
                  <a:srgbClr val="003249"/>
                </a:solidFill>
                <a:latin typeface="Aptos"/>
              </a:rPr>
              <a:t>Which level should inform which decision?</a:t>
            </a:r>
          </a:p>
        </p:txBody>
      </p:sp>
      <p:pic>
        <p:nvPicPr>
          <p:cNvPr id="4" name="Picture 3" descr="fig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3659"/>
            <a:ext cx="5532120" cy="3476440"/>
          </a:xfrm>
          <a:prstGeom prst="rect">
            <a:avLst/>
          </a:prstGeom>
          <a:ln w="12700">
            <a:solidFill>
              <a:srgbClr val="D0D3CE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When to reach for Bayes — and when to be careful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188720"/>
            <a:ext cx="5650992" cy="4846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00AE9C"/>
                </a:solidFill>
                <a:latin typeface="Aptos"/>
              </a:rPr>
              <a:t>Strengths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1800" b="0">
                <a:solidFill>
                  <a:srgbClr val="1F2A30"/>
                </a:solidFill>
                <a:latin typeface="Aptos"/>
              </a:rPr>
              <a:t>Principled fusion of </a:t>
            </a:r>
            <a:r>
              <a:rPr sz="1800" b="1">
                <a:solidFill>
                  <a:srgbClr val="1F2A30"/>
                </a:solidFill>
                <a:latin typeface="Aptos"/>
              </a:rPr>
              <a:t>prediction + data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1800" b="0">
                <a:solidFill>
                  <a:srgbClr val="1F2A30"/>
                </a:solidFill>
                <a:latin typeface="Aptos"/>
              </a:rPr>
              <a:t>Honest </a:t>
            </a:r>
            <a:r>
              <a:rPr sz="1800" b="1">
                <a:solidFill>
                  <a:srgbClr val="1F2A30"/>
                </a:solidFill>
                <a:latin typeface="Aptos"/>
              </a:rPr>
              <a:t>uncertainty</a:t>
            </a:r>
            <a:r>
              <a:rPr sz="1800" b="0">
                <a:solidFill>
                  <a:srgbClr val="1F2A30"/>
                </a:solidFill>
                <a:latin typeface="Aptos"/>
              </a:rPr>
              <a:t> (credible intervals)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1800" b="0">
                <a:solidFill>
                  <a:srgbClr val="1F2A30"/>
                </a:solidFill>
                <a:latin typeface="Aptos"/>
              </a:rPr>
              <a:t>Handles </a:t>
            </a:r>
            <a:r>
              <a:rPr sz="1800" b="1">
                <a:solidFill>
                  <a:srgbClr val="1F2A30"/>
                </a:solidFill>
                <a:latin typeface="Aptos"/>
              </a:rPr>
              <a:t>sparse / zero-failure</a:t>
            </a:r>
            <a:r>
              <a:rPr sz="1800" b="0">
                <a:solidFill>
                  <a:srgbClr val="1F2A30"/>
                </a:solidFill>
                <a:latin typeface="Aptos"/>
              </a:rPr>
              <a:t> data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1800" b="1">
                <a:solidFill>
                  <a:srgbClr val="1F2A30"/>
                </a:solidFill>
                <a:latin typeface="Aptos"/>
              </a:rPr>
              <a:t>Sequential</a:t>
            </a:r>
            <a:r>
              <a:rPr sz="1800" b="0">
                <a:solidFill>
                  <a:srgbClr val="1F2A30"/>
                </a:solidFill>
                <a:latin typeface="Aptos"/>
              </a:rPr>
              <a:t> — update as REX grows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188720"/>
            <a:ext cx="5650992" cy="4846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>
                <a:solidFill>
                  <a:srgbClr val="C0101A"/>
                </a:solidFill>
                <a:latin typeface="Aptos"/>
              </a:rPr>
              <a:t>Watch out for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1800" b="0">
                <a:solidFill>
                  <a:srgbClr val="1F2A30"/>
                </a:solidFill>
                <a:latin typeface="Aptos"/>
              </a:rPr>
              <a:t>Results depend on the </a:t>
            </a:r>
            <a:r>
              <a:rPr sz="1800" b="1">
                <a:solidFill>
                  <a:srgbClr val="1F2A30"/>
                </a:solidFill>
                <a:latin typeface="Aptos"/>
              </a:rPr>
              <a:t>prior</a:t>
            </a:r>
            <a:r>
              <a:rPr sz="1800" b="0">
                <a:solidFill>
                  <a:srgbClr val="1F2A30"/>
                </a:solidFill>
                <a:latin typeface="Aptos"/>
              </a:rPr>
              <a:t> — be explicit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1800" b="1">
                <a:solidFill>
                  <a:srgbClr val="1F2A30"/>
                </a:solidFill>
                <a:latin typeface="Aptos"/>
              </a:rPr>
              <a:t>Garbage in, garbage out</a:t>
            </a:r>
            <a:r>
              <a:rPr sz="1800" b="0">
                <a:solidFill>
                  <a:srgbClr val="1F2A30"/>
                </a:solidFill>
                <a:latin typeface="Aptos"/>
              </a:rPr>
              <a:t> — data quality is everything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1800" b="0">
                <a:solidFill>
                  <a:srgbClr val="1F2A30"/>
                </a:solidFill>
                <a:latin typeface="Aptos"/>
              </a:rPr>
              <a:t>Beyond conjugate cases → </a:t>
            </a:r>
            <a:r>
              <a:rPr sz="1800" b="1">
                <a:solidFill>
                  <a:srgbClr val="1F2A30"/>
                </a:solidFill>
                <a:latin typeface="Aptos"/>
              </a:rPr>
              <a:t>computational cost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900"/>
              </a:spcAft>
              <a:buFont typeface="Wingdings" pitchFamily="2" charset="2"/>
              <a:buChar char="q"/>
            </a:pPr>
            <a:r>
              <a:rPr sz="1800" b="0">
                <a:solidFill>
                  <a:srgbClr val="1F2A30"/>
                </a:solidFill>
                <a:latin typeface="Aptos"/>
              </a:rPr>
              <a:t>A cultural shift: a </a:t>
            </a:r>
            <a:r>
              <a:rPr sz="1800" b="1">
                <a:solidFill>
                  <a:srgbClr val="1F2A30"/>
                </a:solidFill>
                <a:latin typeface="Aptos"/>
              </a:rPr>
              <a:t>distribution</a:t>
            </a:r>
            <a:r>
              <a:rPr sz="1800" b="0">
                <a:solidFill>
                  <a:srgbClr val="1F2A30"/>
                </a:solidFill>
                <a:latin typeface="Aptos"/>
              </a:rPr>
              <a:t>, not one number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Where this sits in our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188720"/>
            <a:ext cx="11750040" cy="48463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1">
                <a:solidFill>
                  <a:srgbClr val="003249"/>
                </a:solidFill>
                <a:latin typeface="Aptos"/>
              </a:rPr>
              <a:t>REX, operationally</a:t>
            </a:r>
          </a:p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800" b="0">
                <a:solidFill>
                  <a:srgbClr val="1F2A30"/>
                </a:solidFill>
                <a:latin typeface="Aptos"/>
              </a:rPr>
              <a:t>Bayes is the engine that turns in-orbit data into </a:t>
            </a:r>
            <a:r>
              <a:rPr sz="1800" b="1">
                <a:solidFill>
                  <a:srgbClr val="1F2A30"/>
                </a:solidFill>
                <a:latin typeface="Aptos"/>
              </a:rPr>
              <a:t>updated predictions and EOL inputs</a:t>
            </a:r>
            <a:r>
              <a:rPr sz="1800" b="0">
                <a:solidFill>
                  <a:srgbClr val="1F2A30"/>
                </a:solidFill>
                <a:latin typeface="Aptos"/>
              </a:rPr>
              <a:t> — the quantitative side of the REX initiative.</a:t>
            </a:r>
          </a:p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1">
                <a:solidFill>
                  <a:srgbClr val="003249"/>
                </a:solidFill>
                <a:latin typeface="Aptos"/>
              </a:rPr>
              <a:t>My thesis</a:t>
            </a:r>
          </a:p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800" b="0">
                <a:solidFill>
                  <a:srgbClr val="1F2A30"/>
                </a:solidFill>
                <a:latin typeface="Aptos"/>
              </a:rPr>
              <a:t>A </a:t>
            </a:r>
            <a:r>
              <a:rPr sz="1800" b="1">
                <a:solidFill>
                  <a:srgbClr val="1F2A30"/>
                </a:solidFill>
                <a:latin typeface="Aptos"/>
              </a:rPr>
              <a:t>multi-scale Bayesian framework</a:t>
            </a:r>
            <a:r>
              <a:rPr sz="1800" b="0">
                <a:solidFill>
                  <a:srgbClr val="1F2A30"/>
                </a:solidFill>
                <a:latin typeface="Aptos"/>
              </a:rPr>
              <a:t>: prior sensitivity (SQ1), propagation (SQ2), scale of aggregation (SQ3), and validation against observed in-orbit behaviour (SQ4).</a:t>
            </a:r>
          </a:p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1">
                <a:solidFill>
                  <a:srgbClr val="003249"/>
                </a:solidFill>
                <a:latin typeface="Aptos"/>
              </a:rPr>
              <a:t>Status</a:t>
            </a:r>
          </a:p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800" b="0">
                <a:solidFill>
                  <a:srgbClr val="1F2A30"/>
                </a:solidFill>
                <a:latin typeface="Aptos"/>
              </a:rPr>
              <a:t>Component-level Gamma–Poisson update </a:t>
            </a:r>
            <a:r>
              <a:rPr sz="1800" b="1">
                <a:solidFill>
                  <a:srgbClr val="1F2A30"/>
                </a:solidFill>
                <a:latin typeface="Aptos"/>
              </a:rPr>
              <a:t>working</a:t>
            </a:r>
            <a:r>
              <a:rPr sz="1800" b="0">
                <a:solidFill>
                  <a:srgbClr val="1F2A30"/>
                </a:solidFill>
                <a:latin typeface="Aptos"/>
              </a:rPr>
              <a:t> on a synthetic mission; next steps are real REX priors and hierarchical propagation.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1417320"/>
            <a:ext cx="117500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FFFFFF"/>
                </a:solidFill>
                <a:latin typeface="Aptos"/>
              </a:rPr>
              <a:t>A few questions I’d genuinely like your read 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2331720"/>
            <a:ext cx="11750040" cy="301752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Wingdings" pitchFamily="2" charset="2"/>
              <a:buChar char="q"/>
            </a:pPr>
            <a:r>
              <a:rPr sz="2400" b="0">
                <a:solidFill>
                  <a:srgbClr val="FFFFFF"/>
                </a:solidFill>
                <a:latin typeface="Aptos"/>
              </a:rPr>
              <a:t>Where in your projects would an </a:t>
            </a:r>
            <a:r>
              <a:rPr sz="2400" b="1">
                <a:solidFill>
                  <a:srgbClr val="00AE9C"/>
                </a:solidFill>
                <a:latin typeface="Aptos"/>
              </a:rPr>
              <a:t>uncertainty-aware, updated</a:t>
            </a:r>
            <a:r>
              <a:rPr sz="2400" b="0">
                <a:solidFill>
                  <a:srgbClr val="FFFFFF"/>
                </a:solidFill>
                <a:latin typeface="Aptos"/>
              </a:rPr>
              <a:t> estimate change a decision?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Wingdings" pitchFamily="2" charset="2"/>
              <a:buChar char="q"/>
            </a:pPr>
            <a:r>
              <a:rPr sz="2400" b="0">
                <a:solidFill>
                  <a:srgbClr val="FFFFFF"/>
                </a:solidFill>
                <a:latin typeface="Aptos"/>
              </a:rPr>
              <a:t>Where would you </a:t>
            </a:r>
            <a:r>
              <a:rPr sz="2400" b="1">
                <a:solidFill>
                  <a:srgbClr val="00AE9C"/>
                </a:solidFill>
                <a:latin typeface="Aptos"/>
              </a:rPr>
              <a:t>not</a:t>
            </a:r>
            <a:r>
              <a:rPr sz="2400" b="0">
                <a:solidFill>
                  <a:srgbClr val="FFFFFF"/>
                </a:solidFill>
                <a:latin typeface="Aptos"/>
              </a:rPr>
              <a:t> trust it?</a:t>
            </a:r>
          </a:p>
          <a:p>
            <a:pPr marL="285750" indent="-285750" algn="l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Wingdings" pitchFamily="2" charset="2"/>
              <a:buChar char="q"/>
            </a:pPr>
            <a:r>
              <a:rPr sz="2400" b="0">
                <a:solidFill>
                  <a:srgbClr val="FFFFFF"/>
                </a:solidFill>
                <a:latin typeface="Aptos"/>
              </a:rPr>
              <a:t>What would make a prior </a:t>
            </a:r>
            <a:r>
              <a:rPr sz="2400" b="1">
                <a:solidFill>
                  <a:srgbClr val="00AE9C"/>
                </a:solidFill>
                <a:latin typeface="Aptos"/>
              </a:rPr>
              <a:t>credible</a:t>
            </a:r>
            <a:r>
              <a:rPr sz="2400" b="0">
                <a:solidFill>
                  <a:srgbClr val="FFFFFF"/>
                </a:solidFill>
                <a:latin typeface="Aptos"/>
              </a:rPr>
              <a:t> enough to use?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5532120"/>
            <a:ext cx="11750040" cy="54864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marL="0" indent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FFFFFF"/>
                </a:solidFill>
                <a:latin typeface="Aptos"/>
              </a:rPr>
              <a:t>Thank you  —  Luca Lizza, RAMS Section, ESTEC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A_Presentation_DARK">
  <a:themeElements>
    <a:clrScheme name="ESA Presentation 2020 Dark">
      <a:dk1>
        <a:srgbClr val="003249"/>
      </a:dk1>
      <a:lt1>
        <a:srgbClr val="FEFFFF"/>
      </a:lt1>
      <a:dk2>
        <a:srgbClr val="335E6E"/>
      </a:dk2>
      <a:lt2>
        <a:srgbClr val="E7E8E3"/>
      </a:lt2>
      <a:accent1>
        <a:srgbClr val="00AE9C"/>
      </a:accent1>
      <a:accent2>
        <a:srgbClr val="EC1A2F"/>
      </a:accent2>
      <a:accent3>
        <a:srgbClr val="FBAB18"/>
      </a:accent3>
      <a:accent4>
        <a:srgbClr val="009BDA"/>
      </a:accent4>
      <a:accent5>
        <a:srgbClr val="8096A6"/>
      </a:accent5>
      <a:accent6>
        <a:srgbClr val="E7E8E3"/>
      </a:accent6>
      <a:hlink>
        <a:srgbClr val="6DCFF6"/>
      </a:hlink>
      <a:folHlink>
        <a:srgbClr val="009BD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dirty="0">
            <a:solidFill>
              <a:srgbClr val="8197A6"/>
            </a:solidFill>
            <a:latin typeface="Arial" panose="020B0604020202020204" pitchFamily="34" charset="0"/>
            <a:ea typeface="MS PGothic" pitchFamily="34" charset="-128"/>
            <a:cs typeface="Arial" panose="020B0604020202020204" pitchFamily="34" charset="0"/>
          </a:defRPr>
        </a:defPPr>
      </a:lstStyle>
    </a:txDef>
  </a:objectDefaults>
  <a:extraClrSchemeLst>
    <a:extraClrScheme>
      <a:clrScheme name="Esa presentation 1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338D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AAADC5"/>
        </a:accent5>
        <a:accent6>
          <a:srgbClr val="00783B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2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98DB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AACAEA"/>
        </a:accent5>
        <a:accent6>
          <a:srgbClr val="00783B"/>
        </a:accent6>
        <a:hlink>
          <a:srgbClr val="E37222"/>
        </a:hlink>
        <a:folHlink>
          <a:srgbClr val="00338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3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8542"/>
        </a:accent1>
        <a:accent2>
          <a:srgbClr val="003397"/>
        </a:accent2>
        <a:accent3>
          <a:srgbClr val="FFFFFF"/>
        </a:accent3>
        <a:accent4>
          <a:srgbClr val="404246"/>
        </a:accent4>
        <a:accent5>
          <a:srgbClr val="AAC2B0"/>
        </a:accent5>
        <a:accent6>
          <a:srgbClr val="002D88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4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E37222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EFBCAB"/>
        </a:accent5>
        <a:accent6>
          <a:srgbClr val="00783B"/>
        </a:accent6>
        <a:hlink>
          <a:srgbClr val="00338D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5">
        <a:dk1>
          <a:srgbClr val="4D4F53"/>
        </a:dk1>
        <a:lt1>
          <a:srgbClr val="FFFFFF"/>
        </a:lt1>
        <a:dk2>
          <a:srgbClr val="00338D"/>
        </a:dk2>
        <a:lt2>
          <a:srgbClr val="000000"/>
        </a:lt2>
        <a:accent1>
          <a:srgbClr val="D0103A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E4AAAE"/>
        </a:accent5>
        <a:accent6>
          <a:srgbClr val="00783B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6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338D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ADC5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7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98DB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CAEA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8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8542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C2B0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9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E37222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EFBCAB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10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D0103A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E4AAAE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11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8B8D8E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C4C5C6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0_ESA_Presentation_Tutorial.potx" id="{95E5C889-A0E6-4C42-9D0A-A8293F16A577}" vid="{AE615598-3067-47A8-9724-1697B889870B}"/>
    </a:ext>
  </a:extLst>
</a:theme>
</file>

<file path=ppt/theme/theme2.xml><?xml version="1.0" encoding="utf-8"?>
<a:theme xmlns:a="http://schemas.openxmlformats.org/drawingml/2006/main" name="ESA_Presentation_DARK_BG">
  <a:themeElements>
    <a:clrScheme name="ESA Presentation 2020 Dark">
      <a:dk1>
        <a:srgbClr val="003249"/>
      </a:dk1>
      <a:lt1>
        <a:srgbClr val="FEFFFF"/>
      </a:lt1>
      <a:dk2>
        <a:srgbClr val="335E6E"/>
      </a:dk2>
      <a:lt2>
        <a:srgbClr val="E7E8E3"/>
      </a:lt2>
      <a:accent1>
        <a:srgbClr val="00AE9C"/>
      </a:accent1>
      <a:accent2>
        <a:srgbClr val="EC1A2F"/>
      </a:accent2>
      <a:accent3>
        <a:srgbClr val="FBAB18"/>
      </a:accent3>
      <a:accent4>
        <a:srgbClr val="009BDA"/>
      </a:accent4>
      <a:accent5>
        <a:srgbClr val="8096A6"/>
      </a:accent5>
      <a:accent6>
        <a:srgbClr val="E7E8E3"/>
      </a:accent6>
      <a:hlink>
        <a:srgbClr val="6DCFF6"/>
      </a:hlink>
      <a:folHlink>
        <a:srgbClr val="009BD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dirty="0">
            <a:solidFill>
              <a:srgbClr val="8197A6"/>
            </a:solidFill>
            <a:latin typeface="Arial" panose="020B0604020202020204" pitchFamily="34" charset="0"/>
            <a:ea typeface="MS PGothic" pitchFamily="34" charset="-128"/>
            <a:cs typeface="Arial" panose="020B0604020202020204" pitchFamily="34" charset="0"/>
          </a:defRPr>
        </a:defPPr>
      </a:lstStyle>
    </a:txDef>
  </a:objectDefaults>
  <a:extraClrSchemeLst>
    <a:extraClrScheme>
      <a:clrScheme name="Esa presentation 1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338D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AAADC5"/>
        </a:accent5>
        <a:accent6>
          <a:srgbClr val="00783B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2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98DB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AACAEA"/>
        </a:accent5>
        <a:accent6>
          <a:srgbClr val="00783B"/>
        </a:accent6>
        <a:hlink>
          <a:srgbClr val="E37222"/>
        </a:hlink>
        <a:folHlink>
          <a:srgbClr val="00338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3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8542"/>
        </a:accent1>
        <a:accent2>
          <a:srgbClr val="003397"/>
        </a:accent2>
        <a:accent3>
          <a:srgbClr val="FFFFFF"/>
        </a:accent3>
        <a:accent4>
          <a:srgbClr val="404246"/>
        </a:accent4>
        <a:accent5>
          <a:srgbClr val="AAC2B0"/>
        </a:accent5>
        <a:accent6>
          <a:srgbClr val="002D88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4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E37222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EFBCAB"/>
        </a:accent5>
        <a:accent6>
          <a:srgbClr val="00783B"/>
        </a:accent6>
        <a:hlink>
          <a:srgbClr val="00338D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5">
        <a:dk1>
          <a:srgbClr val="4D4F53"/>
        </a:dk1>
        <a:lt1>
          <a:srgbClr val="FFFFFF"/>
        </a:lt1>
        <a:dk2>
          <a:srgbClr val="00338D"/>
        </a:dk2>
        <a:lt2>
          <a:srgbClr val="000000"/>
        </a:lt2>
        <a:accent1>
          <a:srgbClr val="D0103A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E4AAAE"/>
        </a:accent5>
        <a:accent6>
          <a:srgbClr val="00783B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6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338D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ADC5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7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98DB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CAEA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8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8542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C2B0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9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E37222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EFBCAB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10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D0103A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E4AAAE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11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8B8D8E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C4C5C6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0_ESA_Presentation_Tutorial.potx" id="{95E5C889-A0E6-4C42-9D0A-A8293F16A577}" vid="{D8AB3806-CE68-4E5B-AE19-704F1892DF1A}"/>
    </a:ext>
  </a:extLst>
</a:theme>
</file>

<file path=ppt/theme/theme3.xml><?xml version="1.0" encoding="utf-8"?>
<a:theme xmlns:a="http://schemas.openxmlformats.org/drawingml/2006/main" name="ESA_Presentation_CLEAR">
  <a:themeElements>
    <a:clrScheme name="ESA Presentation 2020 Light">
      <a:dk1>
        <a:srgbClr val="003249"/>
      </a:dk1>
      <a:lt1>
        <a:srgbClr val="FEFFFF"/>
      </a:lt1>
      <a:dk2>
        <a:srgbClr val="335E6E"/>
      </a:dk2>
      <a:lt2>
        <a:srgbClr val="E7E8E3"/>
      </a:lt2>
      <a:accent1>
        <a:srgbClr val="75C8AE"/>
      </a:accent1>
      <a:accent2>
        <a:srgbClr val="F06669"/>
      </a:accent2>
      <a:accent3>
        <a:srgbClr val="FFCC4D"/>
      </a:accent3>
      <a:accent4>
        <a:srgbClr val="6DCFF6"/>
      </a:accent4>
      <a:accent5>
        <a:srgbClr val="8096A6"/>
      </a:accent5>
      <a:accent6>
        <a:srgbClr val="E7E8E3"/>
      </a:accent6>
      <a:hlink>
        <a:srgbClr val="009BDA"/>
      </a:hlink>
      <a:folHlink>
        <a:srgbClr val="75C8A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rgbClr val="8197A6"/>
            </a:solidFill>
            <a:latin typeface="Arial" panose="020B0604020202020204" pitchFamily="34" charset="0"/>
            <a:ea typeface="MS PGothic" pitchFamily="34" charset="-128"/>
            <a:cs typeface="Arial" panose="020B0604020202020204" pitchFamily="34" charset="0"/>
          </a:defRPr>
        </a:defPPr>
      </a:lstStyle>
    </a:txDef>
  </a:objectDefaults>
  <a:extraClrSchemeLst>
    <a:extraClrScheme>
      <a:clrScheme name="Esa presentation 1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338D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AAADC5"/>
        </a:accent5>
        <a:accent6>
          <a:srgbClr val="00783B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2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98DB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AACAEA"/>
        </a:accent5>
        <a:accent6>
          <a:srgbClr val="00783B"/>
        </a:accent6>
        <a:hlink>
          <a:srgbClr val="E37222"/>
        </a:hlink>
        <a:folHlink>
          <a:srgbClr val="00338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3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8542"/>
        </a:accent1>
        <a:accent2>
          <a:srgbClr val="003397"/>
        </a:accent2>
        <a:accent3>
          <a:srgbClr val="FFFFFF"/>
        </a:accent3>
        <a:accent4>
          <a:srgbClr val="404246"/>
        </a:accent4>
        <a:accent5>
          <a:srgbClr val="AAC2B0"/>
        </a:accent5>
        <a:accent6>
          <a:srgbClr val="002D88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4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E37222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EFBCAB"/>
        </a:accent5>
        <a:accent6>
          <a:srgbClr val="00783B"/>
        </a:accent6>
        <a:hlink>
          <a:srgbClr val="00338D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5">
        <a:dk1>
          <a:srgbClr val="4D4F53"/>
        </a:dk1>
        <a:lt1>
          <a:srgbClr val="FFFFFF"/>
        </a:lt1>
        <a:dk2>
          <a:srgbClr val="00338D"/>
        </a:dk2>
        <a:lt2>
          <a:srgbClr val="000000"/>
        </a:lt2>
        <a:accent1>
          <a:srgbClr val="D0103A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E4AAAE"/>
        </a:accent5>
        <a:accent6>
          <a:srgbClr val="00783B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6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338D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ADC5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7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98DB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CAEA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8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8542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C2B0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9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E37222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EFBCAB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10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D0103A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E4AAAE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11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8B8D8E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C4C5C6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0_ESA_Presentation_Tutorial.potx" id="{95E5C889-A0E6-4C42-9D0A-A8293F16A577}" vid="{CBC1B754-6456-4E6F-AE1E-9465434CEDD3}"/>
    </a:ext>
  </a:extLst>
</a:theme>
</file>

<file path=ppt/theme/theme4.xml><?xml version="1.0" encoding="utf-8"?>
<a:theme xmlns:a="http://schemas.openxmlformats.org/drawingml/2006/main" name="ESA_Presentation_CLEAR_BG">
  <a:themeElements>
    <a:clrScheme name="ESA Presentation 2020 Light">
      <a:dk1>
        <a:srgbClr val="003249"/>
      </a:dk1>
      <a:lt1>
        <a:srgbClr val="FEFFFF"/>
      </a:lt1>
      <a:dk2>
        <a:srgbClr val="335E6E"/>
      </a:dk2>
      <a:lt2>
        <a:srgbClr val="E7E8E3"/>
      </a:lt2>
      <a:accent1>
        <a:srgbClr val="75C8AE"/>
      </a:accent1>
      <a:accent2>
        <a:srgbClr val="F06669"/>
      </a:accent2>
      <a:accent3>
        <a:srgbClr val="FFCC4D"/>
      </a:accent3>
      <a:accent4>
        <a:srgbClr val="6DCFF6"/>
      </a:accent4>
      <a:accent5>
        <a:srgbClr val="8096A6"/>
      </a:accent5>
      <a:accent6>
        <a:srgbClr val="E7E8E3"/>
      </a:accent6>
      <a:hlink>
        <a:srgbClr val="009BDA"/>
      </a:hlink>
      <a:folHlink>
        <a:srgbClr val="75C8A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a presentation 1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338D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AAADC5"/>
        </a:accent5>
        <a:accent6>
          <a:srgbClr val="00783B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2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98DB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AACAEA"/>
        </a:accent5>
        <a:accent6>
          <a:srgbClr val="00783B"/>
        </a:accent6>
        <a:hlink>
          <a:srgbClr val="E37222"/>
        </a:hlink>
        <a:folHlink>
          <a:srgbClr val="00338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3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8542"/>
        </a:accent1>
        <a:accent2>
          <a:srgbClr val="003397"/>
        </a:accent2>
        <a:accent3>
          <a:srgbClr val="FFFFFF"/>
        </a:accent3>
        <a:accent4>
          <a:srgbClr val="404246"/>
        </a:accent4>
        <a:accent5>
          <a:srgbClr val="AAC2B0"/>
        </a:accent5>
        <a:accent6>
          <a:srgbClr val="002D88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4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E37222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EFBCAB"/>
        </a:accent5>
        <a:accent6>
          <a:srgbClr val="00783B"/>
        </a:accent6>
        <a:hlink>
          <a:srgbClr val="00338D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5">
        <a:dk1>
          <a:srgbClr val="4D4F53"/>
        </a:dk1>
        <a:lt1>
          <a:srgbClr val="FFFFFF"/>
        </a:lt1>
        <a:dk2>
          <a:srgbClr val="00338D"/>
        </a:dk2>
        <a:lt2>
          <a:srgbClr val="000000"/>
        </a:lt2>
        <a:accent1>
          <a:srgbClr val="D0103A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E4AAAE"/>
        </a:accent5>
        <a:accent6>
          <a:srgbClr val="00783B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6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338D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ADC5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7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98DB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CAEA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8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8542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C2B0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9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E37222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EFBCAB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10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D0103A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E4AAAE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11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8B8D8E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C4C5C6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0_ESA_Presentation_Tutorial.potx" id="{95E5C889-A0E6-4C42-9D0A-A8293F16A577}" vid="{46CCA068-682A-4E7A-A50C-191DD9E49D12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stribution xmlns="ddc99d1b-0883-4f2c-a8e6-6d8ebaa0e5d6" xsi:nil="true"/>
    <Organisational_x0020_entity xmlns="ddc99d1b-0883-4f2c-a8e6-6d8ebaa0e5d6" xsi:nil="true"/>
    <Document_x0020_Type xmlns="ddc99d1b-0883-4f2c-a8e6-6d8ebaa0e5d6">HO - Handout / Presentation</Document_x0020_Type>
    <Revision xmlns="http://schemas.microsoft.com/sharepoint/v3/fields">0</Revision>
    <IconOverlay xmlns="http://schemas.microsoft.com/sharepoint/v4" xsi:nil="true"/>
    <In_iShare xmlns="ddc99d1b-0883-4f2c-a8e6-6d8ebaa0e5d6">false</In_iShare>
    <Classification xmlns="ddc99d1b-0883-4f2c-a8e6-6d8ebaa0e5d6">ESA UNCLASSIFIED - For ESA Official Use Only</Classification>
    <Issue_x0020_Date xmlns="ddc99d1b-0883-4f2c-a8e6-6d8ebaa0e5d6">2020-08-04T22:00:00+00:00</Issue_x0020_Date>
    <Issue xmlns="ddc99d1b-0883-4f2c-a8e6-6d8ebaa0e5d6">0</Issue>
    <Reference xmlns="ddc99d1b-0883-4f2c-a8e6-6d8ebaa0e5d6" xsi:nil="true"/>
    <Assign_x0020_document_x0020_reference xmlns="ddc99d1b-0883-4f2c-a8e6-6d8ebaa0e5d6">false</Assign_x0020_document_x0020_reference>
    <Classification_x0020_Caveat xmlns="ddc99d1b-0883-4f2c-a8e6-6d8ebaa0e5d6" xsi:nil="true"/>
    <AutoSync xmlns="ddc99d1b-0883-4f2c-a8e6-6d8ebaa0e5d6">false</AutoSync>
    <Status xmlns="http://schemas.microsoft.com/sharepoint/v3/fields">N/A</Status>
    <_dlc_DocId xmlns="ddc99d1b-0883-4f2c-a8e6-6d8ebaa0e5d6">PKKMWAM5UKCP-1108600927-1304</_dlc_DocId>
    <_dlc_DocIdUrl xmlns="ddc99d1b-0883-4f2c-a8e6-6d8ebaa0e5d6">
      <Url>https://esateamsite.sso.esa.int/support/EOT2018/_layouts/15/DocIdRedir.aspx?ID=PKKMWAM5UKCP-1108600927-1304</Url>
      <Description>PKKMWAM5UKCP-1108600927-1304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ESA_Documents" ma:contentTypeID="0x010100B93108F87DD4F24BAE6D0E809C37974D000FC206F40FA8F44792B0B25BFFF4A9D0" ma:contentTypeVersion="43" ma:contentTypeDescription="" ma:contentTypeScope="" ma:versionID="9b1703045571109d1041c6f1d6402cb6">
  <xsd:schema xmlns:xsd="http://www.w3.org/2001/XMLSchema" xmlns:xs="http://www.w3.org/2001/XMLSchema" xmlns:p="http://schemas.microsoft.com/office/2006/metadata/properties" xmlns:ns2="ddc99d1b-0883-4f2c-a8e6-6d8ebaa0e5d6" xmlns:ns3="http://schemas.microsoft.com/sharepoint/v3/fields" xmlns:ns4="http://schemas.microsoft.com/sharepoint/v4" targetNamespace="http://schemas.microsoft.com/office/2006/metadata/properties" ma:root="true" ma:fieldsID="8aee6ade98337e03742b7c59ef1ca971" ns2:_="" ns3:_="" ns4:_="">
    <xsd:import namespace="ddc99d1b-0883-4f2c-a8e6-6d8ebaa0e5d6"/>
    <xsd:import namespace="http://schemas.microsoft.com/sharepoint/v3/fields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Document_x0020_Type" minOccurs="0"/>
                <xsd:element ref="ns2:Reference" minOccurs="0"/>
                <xsd:element ref="ns2:Assign_x0020_document_x0020_reference" minOccurs="0"/>
                <xsd:element ref="ns2:Classification" minOccurs="0"/>
                <xsd:element ref="ns2:Classification_x0020_Caveat" minOccurs="0"/>
                <xsd:element ref="ns2:Issue_x0020_Date" minOccurs="0"/>
                <xsd:element ref="ns2:Issue" minOccurs="0"/>
                <xsd:element ref="ns3:Revision" minOccurs="0"/>
                <xsd:element ref="ns3:Status" minOccurs="0"/>
                <xsd:element ref="ns2:Distribution" minOccurs="0"/>
                <xsd:element ref="ns2:Organisational_x0020_entity" minOccurs="0"/>
                <xsd:element ref="ns2:_dlc_DocId" minOccurs="0"/>
                <xsd:element ref="ns2:_dlc_DocIdUrl" minOccurs="0"/>
                <xsd:element ref="ns2:_dlc_DocIdPersistId" minOccurs="0"/>
                <xsd:element ref="ns2:In_iShare" minOccurs="0"/>
                <xsd:element ref="ns2:AutoSync" minOccurs="0"/>
                <xsd:element ref="ns4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c99d1b-0883-4f2c-a8e6-6d8ebaa0e5d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2" nillable="true" ma:displayName="Document Type" ma:format="Dropdown" ma:internalName="Document_x0020_Type">
      <xsd:simpleType>
        <xsd:restriction base="dms:Choice">
          <xsd:enumeration value="AD - Assumption Document"/>
          <xsd:enumeration value="AN - Analysis"/>
          <xsd:enumeration value="AO - Announcement of Opportunity"/>
          <xsd:enumeration value="AR - Article"/>
          <xsd:enumeration value="BR - Brochure"/>
          <xsd:enumeration value="CCN - Contract Change Notice"/>
          <xsd:enumeration value="CE - Certificate (Certificate / Statement of Conformance, etc.)"/>
          <xsd:enumeration value="CO - Contract / Rider"/>
          <xsd:enumeration value="CP - Change Proposal (Engineering / Document)"/>
          <xsd:enumeration value="CR - Change Request (Engineering / Configuration)"/>
          <xsd:enumeration value="CT - Cost Documents (Estimate / CaC / CtC, etc)"/>
          <xsd:enumeration value="DCR - Cost Documents (Estimate / CaC / CtC, etc)"/>
          <xsd:enumeration value="DD - Design Description / Document"/>
          <xsd:enumeration value="DEC - Declaration"/>
          <xsd:enumeration value="DN - Delivery Notice / Release Notice / Transfer Notice"/>
          <xsd:enumeration value="DP - Data Package"/>
          <xsd:enumeration value="DRD - Document Requirements Definition"/>
          <xsd:enumeration value="DW - Drawing / Diagram"/>
          <xsd:enumeration value="EM - E-mail"/>
          <xsd:enumeration value="EX - Executive Summary"/>
          <xsd:enumeration value="FAX - Fax"/>
          <xsd:enumeration value="FI - File (Software / Configuration / Network)"/>
          <xsd:enumeration value="HO - Handout / Presentation"/>
          <xsd:enumeration value="IF - Interface Requirement / Specification / Interface Control Document / EID"/>
          <xsd:enumeration value="INS - Instruction"/>
          <xsd:enumeration value="ITT - Invitation to Tender"/>
          <xsd:enumeration value="LB - Logbook"/>
          <xsd:enumeration value="LE - Letter"/>
          <xsd:enumeration value="LEG - Legal Text"/>
          <xsd:enumeration value="LI - List"/>
          <xsd:enumeration value="MAN - Manual / User Guide / Handbook"/>
          <xsd:enumeration value="MIN - Minutes of Meeting"/>
          <xsd:enumeration value="ML - Model"/>
          <xsd:enumeration value="MO - Memorandum"/>
          <xsd:enumeration value="MOU - Agreement / Memorandum of Understanding"/>
          <xsd:enumeration value="MX - Matrix / Compliance"/>
          <xsd:enumeration value="NC - Non-Conformance"/>
          <xsd:enumeration value="NDA - Non-disclosure agreement"/>
          <xsd:enumeration value="OD - Operations Document"/>
          <xsd:enumeration value="OJ - Agenda"/>
          <xsd:enumeration value="PG - Progress Report / Status Report"/>
          <xsd:enumeration value="PL - Plan"/>
          <xsd:enumeration value="PO - Proposal"/>
          <xsd:enumeration value="POL - Policy Document"/>
          <xsd:enumeration value="PR - Procedure"/>
          <xsd:enumeration value="PT - Product Tree"/>
          <xsd:enumeration value="RD - Request for Deviation"/>
          <xsd:enumeration value="REC - Record"/>
          <xsd:enumeration value="REG - Regulation"/>
          <xsd:enumeration value="RES - Resolution"/>
          <xsd:enumeration value="RFQ - Request for Quotation"/>
          <xsd:enumeration value="RP - Report (Technical, Budget, Cost, Manpower, Travel, Audit, etc.)"/>
          <xsd:enumeration value="RS - Requirement Document / Specification (System, Subsystem, Unit, Equipment level)"/>
          <xsd:enumeration value="RW - Request for Waiver"/>
          <xsd:enumeration value="SC - Schedule / Network / Barchart / Chart"/>
          <xsd:enumeration value="SLA - Service Level Agreement"/>
          <xsd:enumeration value="SOW - Statement of Work"/>
          <xsd:enumeration value="SP - Specifications"/>
          <xsd:enumeration value="ST - Standards"/>
          <xsd:enumeration value="TC - Tender Conditions"/>
          <xsd:enumeration value="TN - Technical Note"/>
          <xsd:enumeration value="TOR - Terms of Reference"/>
          <xsd:enumeration value="TP - Test Procedure/Test Plan"/>
          <xsd:enumeration value="TR - Test Report / Test Result"/>
          <xsd:enumeration value="TS - Test Specification"/>
          <xsd:enumeration value="VC - Verification Control Document"/>
          <xsd:enumeration value="WBS - Work Breakdown Structure"/>
          <xsd:enumeration value="WI - Work Instruction"/>
          <xsd:enumeration value="WP - Working Paper"/>
          <xsd:enumeration value="WPD - Work Package Description"/>
          <xsd:enumeration value="AD"/>
          <xsd:enumeration value="AN"/>
          <xsd:enumeration value="AO"/>
          <xsd:enumeration value="AR"/>
          <xsd:enumeration value="BR"/>
          <xsd:enumeration value="CE"/>
          <xsd:enumeration value="CCN"/>
          <xsd:enumeration value="CO"/>
          <xsd:enumeration value="CP"/>
          <xsd:enumeration value="CR"/>
          <xsd:enumeration value="CT"/>
          <xsd:enumeration value="DEC"/>
          <xsd:enumeration value="DCR"/>
          <xsd:enumeration value="DD"/>
          <xsd:enumeration value="DN"/>
          <xsd:enumeration value="DP"/>
          <xsd:enumeration value="DRD"/>
          <xsd:enumeration value="DW"/>
          <xsd:enumeration value="EM"/>
          <xsd:enumeration value="EX"/>
          <xsd:enumeration value="FI"/>
          <xsd:enumeration value="FAX"/>
          <xsd:enumeration value="HO"/>
          <xsd:enumeration value="IF"/>
          <xsd:enumeration value="INS"/>
          <xsd:enumeration value="ITT"/>
          <xsd:enumeration value="LB"/>
          <xsd:enumeration value="LE"/>
          <xsd:enumeration value="LEG"/>
          <xsd:enumeration value="LI"/>
          <xsd:enumeration value="MAN"/>
          <xsd:enumeration value="ML"/>
          <xsd:enumeration value="MIN"/>
          <xsd:enumeration value="MO"/>
          <xsd:enumeration value="MOU"/>
          <xsd:enumeration value="MX"/>
          <xsd:enumeration value="NC"/>
          <xsd:enumeration value="NDA"/>
          <xsd:enumeration value="OD"/>
          <xsd:enumeration value="OJ"/>
          <xsd:enumeration value="POL"/>
          <xsd:enumeration value="PG"/>
          <xsd:enumeration value="PL"/>
          <xsd:enumeration value="PO"/>
          <xsd:enumeration value="PR"/>
          <xsd:enumeration value="PT"/>
          <xsd:enumeration value="REG"/>
          <xsd:enumeration value="RD"/>
          <xsd:enumeration value="REC"/>
          <xsd:enumeration value="RP"/>
          <xsd:enumeration value="RFQ"/>
          <xsd:enumeration value="RS"/>
          <xsd:enumeration value="RW"/>
          <xsd:enumeration value="RES"/>
          <xsd:enumeration value="SC"/>
          <xsd:enumeration value="SLA"/>
          <xsd:enumeration value="SP"/>
          <xsd:enumeration value="ST"/>
          <xsd:enumeration value="SOW"/>
          <xsd:enumeration value="TC"/>
          <xsd:enumeration value="TOR"/>
          <xsd:enumeration value="TN"/>
          <xsd:enumeration value="TP"/>
          <xsd:enumeration value="TR"/>
          <xsd:enumeration value="TS"/>
          <xsd:enumeration value="VC"/>
          <xsd:enumeration value="WBS"/>
          <xsd:enumeration value="WI"/>
          <xsd:enumeration value="WP"/>
          <xsd:enumeration value="WPD"/>
        </xsd:restriction>
      </xsd:simpleType>
    </xsd:element>
    <xsd:element name="Reference" ma:index="3" nillable="true" ma:displayName="Reference" ma:internalName="Reference">
      <xsd:simpleType>
        <xsd:restriction base="dms:Text">
          <xsd:maxLength value="255"/>
        </xsd:restriction>
      </xsd:simpleType>
    </xsd:element>
    <xsd:element name="Assign_x0020_document_x0020_reference" ma:index="4" nillable="true" ma:displayName="Assign document reference" ma:default="0" ma:internalName="Assign_x0020_document_x0020_reference">
      <xsd:simpleType>
        <xsd:restriction base="dms:Boolean"/>
      </xsd:simpleType>
    </xsd:element>
    <xsd:element name="Classification" ma:index="6" nillable="true" ma:displayName="Classification" ma:format="Dropdown" ma:internalName="Classification" ma:readOnly="false">
      <xsd:simpleType>
        <xsd:restriction base="dms:Choice">
          <xsd:enumeration value="ESA UNCLASSIFIED – Releasable to the Public"/>
          <xsd:enumeration value="ESA UNCLASSIFIED – For ESA Official Use Only"/>
          <xsd:enumeration value="ESA UNCLASSIFIED – Limited Distribution"/>
          <xsd:enumeration value="ESA UNCLASSIFIED – Sensitive Personal Data"/>
          <xsd:enumeration value="ESA UNCLASSIFIED - For Official Use"/>
          <xsd:enumeration value="ESA UNCLASSIFIED - For Internal Use"/>
          <xsd:enumeration value="ESA UNCLASSIFIED - Proprietary Information"/>
          <xsd:enumeration value="ESA UNCLASSIFIED - Personnel in Confidence"/>
          <xsd:enumeration value="ESA UNCLASSIFIED - Medical in Confidence"/>
          <xsd:enumeration value="ESA UNCLASSIFIED ITT - For Internal Use - Limited Distribution"/>
          <xsd:enumeration value="ESA UNCLASSIFIED TEB - For Internal Use - Limited Distribution"/>
          <xsd:enumeration value="ESA UNCLASSIFIED - Proprietary Information - Limited Distribution"/>
          <xsd:enumeration value="ESA Unclassified – For Official Use – Privileged – OBSOLETE"/>
          <xsd:enumeration value="ESA Unclassified – For Internal Use – Privileged – OBSOLETE"/>
          <xsd:enumeration value="ESA Unclassified – Proprietary Information – Privileged – OBSOLETE"/>
          <xsd:enumeration value="Non-ESA document"/>
          <xsd:enumeration value="Non-ESA document - Proprietary Information"/>
          <xsd:enumeration value="ESA Restricted – OBSOLETE"/>
          <xsd:enumeration value="ESA Confidential – OBSOLETE"/>
          <xsd:enumeration value="ESA Secret – OBSOLETE"/>
        </xsd:restriction>
      </xsd:simpleType>
    </xsd:element>
    <xsd:element name="Classification_x0020_Caveat" ma:index="7" nillable="true" ma:displayName="Classification Caveat" ma:description="Please use this field only in case of documents classified as &quot;For Internal Use&quot; and &quot;Proprietary Information&quot;" ma:internalName="Classification_x0020_Caveat">
      <xsd:simpleType>
        <xsd:restriction base="dms:Text">
          <xsd:maxLength value="255"/>
        </xsd:restriction>
      </xsd:simpleType>
    </xsd:element>
    <xsd:element name="Issue_x0020_Date" ma:index="8" nillable="true" ma:displayName="Issue Date" ma:format="DateOnly" ma:internalName="Issue_x0020_Date">
      <xsd:simpleType>
        <xsd:restriction base="dms:DateTime"/>
      </xsd:simpleType>
    </xsd:element>
    <xsd:element name="Issue" ma:index="9" nillable="true" ma:displayName="Issue" ma:internalName="Issue">
      <xsd:simpleType>
        <xsd:restriction base="dms:Text">
          <xsd:maxLength value="4"/>
        </xsd:restriction>
      </xsd:simpleType>
    </xsd:element>
    <xsd:element name="Distribution" ma:index="12" nillable="true" ma:displayName="Distribution" ma:internalName="Distribution">
      <xsd:simpleType>
        <xsd:restriction base="dms:Text">
          <xsd:maxLength value="255"/>
        </xsd:restriction>
      </xsd:simpleType>
    </xsd:element>
    <xsd:element name="Organisational_x0020_entity" ma:index="13" nillable="true" ma:displayName="Organisational entity" ma:internalName="Organisational_x0020_entity">
      <xsd:simpleType>
        <xsd:restriction base="dms:Text">
          <xsd:maxLength value="255"/>
        </xsd:restriction>
      </xsd:simple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n_iShare" ma:index="25" nillable="true" ma:displayName="In_iShare" ma:default="0" ma:internalName="In_iShare">
      <xsd:simpleType>
        <xsd:restriction base="dms:Boolean"/>
      </xsd:simpleType>
    </xsd:element>
    <xsd:element name="AutoSync" ma:index="26" nillable="true" ma:displayName="AutoSync" ma:default="0" ma:internalName="AutoSync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Revision" ma:index="10" nillable="true" ma:displayName="Revision" ma:internalName="Revision">
      <xsd:simpleType>
        <xsd:restriction base="dms:Text">
          <xsd:maxLength value="4"/>
        </xsd:restriction>
      </xsd:simpleType>
    </xsd:element>
    <xsd:element name="Status" ma:index="11" nillable="true" ma:displayName="Status" ma:format="Dropdown" ma:internalName="Status">
      <xsd:simpleType>
        <xsd:restriction base="dms:Choice">
          <xsd:enumeration value="N/A"/>
          <xsd:enumeration value="For Information Only"/>
          <xsd:enumeration value="Draft"/>
          <xsd:enumeration value="Under Review"/>
          <xsd:enumeration value="Approved"/>
          <xsd:enumeration value="ESA Approved"/>
          <xsd:enumeration value="Issued"/>
          <xsd:enumeration value="Rejected"/>
          <xsd:enumeration value="Withdrawn"/>
          <xsd:enumeration value="Supersed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7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5" ma:displayName="Author"/>
        <xsd:element ref="dcterms:created" minOccurs="0" maxOccurs="1"/>
        <xsd:element ref="dc:identifier" minOccurs="0" maxOccurs="1"/>
        <xsd:element name="contentType" minOccurs="0" maxOccurs="1" type="xsd:string" ma:index="17" ma:displayName="Content Type"/>
        <xsd:element ref="dc:title" minOccurs="0" maxOccurs="1" ma:index="1" ma:displayName="Title"/>
        <xsd:element ref="dc:subject" minOccurs="0" maxOccurs="1"/>
        <xsd:element ref="dc:description" minOccurs="0" maxOccurs="1" ma:index="15" ma:displayName="Comments"/>
        <xsd:element name="keywords" minOccurs="0" maxOccurs="1" type="xsd:string" ma:index="1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E22279E-2C4C-4C93-8498-455A58D1433E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2760952-b3bb-408f-ace6-eb1e07642b86"/>
    <ds:schemaRef ds:uri="http://www.w3.org/XML/1998/namespace"/>
    <ds:schemaRef ds:uri="http://purl.org/dc/terms/"/>
    <ds:schemaRef ds:uri="ddc99d1b-0883-4f2c-a8e6-6d8ebaa0e5d6"/>
    <ds:schemaRef ds:uri="http://schemas.microsoft.com/sharepoint/v3/fields"/>
    <ds:schemaRef ds:uri="http://schemas.microsoft.com/sharepoint/v4"/>
  </ds:schemaRefs>
</ds:datastoreItem>
</file>

<file path=customXml/itemProps2.xml><?xml version="1.0" encoding="utf-8"?>
<ds:datastoreItem xmlns:ds="http://schemas.openxmlformats.org/officeDocument/2006/customXml" ds:itemID="{7230D8A0-44D7-44C6-BF38-85E496E7BF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c99d1b-0883-4f2c-a8e6-6d8ebaa0e5d6"/>
    <ds:schemaRef ds:uri="http://schemas.microsoft.com/sharepoint/v3/fields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8D79E0-F545-4A75-B39D-7B8AF1D9BA8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E9B7289A-D72A-462C-BF83-31CDC180414E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2020_ESA_Presentation_Tutorial</Template>
  <TotalTime>0</TotalTime>
  <Words>971</Words>
  <Application>Microsoft Office PowerPoint</Application>
  <PresentationFormat>Custom</PresentationFormat>
  <Paragraphs>88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Verdana</vt:lpstr>
      <vt:lpstr>Wingdings</vt:lpstr>
      <vt:lpstr>ESA_Presentation_DARK</vt:lpstr>
      <vt:lpstr>ESA_Presentation_DARK_BG</vt:lpstr>
      <vt:lpstr>ESA_Presentation_CLEAR</vt:lpstr>
      <vt:lpstr>ESA_Presentation_CLEAR_BG</vt:lpstr>
      <vt:lpstr>PowerPoint Presentation</vt:lpstr>
      <vt:lpstr>Outline</vt:lpstr>
      <vt:lpstr>Problem Statement</vt:lpstr>
      <vt:lpstr>Why classical estimates break on sparse data</vt:lpstr>
      <vt:lpstr>The Bayesian idea, in our terms</vt:lpstr>
      <vt:lpstr>Two ways to say what we know</vt:lpstr>
      <vt:lpstr>The workhorse: a conjugate update</vt:lpstr>
      <vt:lpstr>One component, start to finish</vt:lpstr>
      <vt:lpstr>Open question 1 — how much does the prior matter?</vt:lpstr>
      <vt:lpstr>Open question 2 — from components to systems</vt:lpstr>
      <vt:lpstr>Open question 3 — at what scale is inference most robust?</vt:lpstr>
      <vt:lpstr>When to reach for Bayes — and when to be careful</vt:lpstr>
      <vt:lpstr>Where this sits in our work</vt:lpstr>
      <vt:lpstr>Discussion</vt:lpstr>
    </vt:vector>
  </TitlesOfParts>
  <Manager/>
  <Company>ESA European Space Agency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PowerPoint Presentation</dc:subject>
  <dc:creator>Stephanie Bourbouse</dc:creator>
  <cp:keywords/>
  <dc:description/>
  <cp:lastModifiedBy>Luca Lizza</cp:lastModifiedBy>
  <cp:revision>7</cp:revision>
  <cp:lastPrinted>2008-08-26T16:26:23Z</cp:lastPrinted>
  <dcterms:created xsi:type="dcterms:W3CDTF">2023-03-17T09:45:31Z</dcterms:created>
  <dcterms:modified xsi:type="dcterms:W3CDTF">2026-06-28T14:31:44Z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Title">
    <vt:lpwstr>TITLE OF PRESENTATION</vt:lpwstr>
  </property>
  <property fmtid="{D5CDD505-2E9C-101B-9397-08002B2CF9AE}" pid="3" name="PSubtitle">
    <vt:lpwstr>TITLE OF PRESENTATION</vt:lpwstr>
  </property>
  <property fmtid="{D5CDD505-2E9C-101B-9397-08002B2CF9AE}" pid="4" name="PAuthor">
    <vt:lpwstr>user</vt:lpwstr>
  </property>
  <property fmtid="{D5CDD505-2E9C-101B-9397-08002B2CF9AE}" pid="5" name="PPlace">
    <vt:lpwstr/>
  </property>
  <property fmtid="{D5CDD505-2E9C-101B-9397-08002B2CF9AE}" pid="6" name="PDate">
    <vt:lpwstr>DD/MM/YYYY</vt:lpwstr>
  </property>
  <property fmtid="{D5CDD505-2E9C-101B-9397-08002B2CF9AE}" pid="7" name="PProgramme">
    <vt:lpwstr/>
  </property>
  <property fmtid="{D5CDD505-2E9C-101B-9397-08002B2CF9AE}" pid="8" name="PEmail">
    <vt:lpwstr/>
  </property>
  <property fmtid="{D5CDD505-2E9C-101B-9397-08002B2CF9AE}" pid="9" name="PClassification">
    <vt:lpwstr>ESA UNCLASSIFIED – For Official Use</vt:lpwstr>
  </property>
  <property fmtid="{D5CDD505-2E9C-101B-9397-08002B2CF9AE}" pid="10" name="POptionButton1">
    <vt:bool>true</vt:bool>
  </property>
  <property fmtid="{D5CDD505-2E9C-101B-9397-08002B2CF9AE}" pid="11" name="POptionButton2">
    <vt:bool>false</vt:bool>
  </property>
  <property fmtid="{D5CDD505-2E9C-101B-9397-08002B2CF9AE}" pid="12" name="ESAVersion">
    <vt:lpwstr>5GV2.0</vt:lpwstr>
  </property>
  <property fmtid="{D5CDD505-2E9C-101B-9397-08002B2CF9AE}" pid="13" name="ShowESADialog1">
    <vt:bool>true</vt:bool>
  </property>
  <property fmtid="{D5CDD505-2E9C-101B-9397-08002B2CF9AE}" pid="14" name="ContentTypeId">
    <vt:lpwstr>0x010100B93108F87DD4F24BAE6D0E809C37974D000FC206F40FA8F44792B0B25BFFF4A9D0</vt:lpwstr>
  </property>
  <property fmtid="{D5CDD505-2E9C-101B-9397-08002B2CF9AE}" pid="15" name="Document Type">
    <vt:lpwstr>HO - Handout / Presentation</vt:lpwstr>
  </property>
  <property fmtid="{D5CDD505-2E9C-101B-9397-08002B2CF9AE}" pid="16" name="Reference">
    <vt:lpwstr/>
  </property>
  <property fmtid="{D5CDD505-2E9C-101B-9397-08002B2CF9AE}" pid="17" name="Classification">
    <vt:lpwstr>ESA UNCLASSIFIED - For ESA Official Use Only</vt:lpwstr>
  </property>
  <property fmtid="{D5CDD505-2E9C-101B-9397-08002B2CF9AE}" pid="18" name="Classification Caveat">
    <vt:lpwstr/>
  </property>
  <property fmtid="{D5CDD505-2E9C-101B-9397-08002B2CF9AE}" pid="19" name="Status">
    <vt:lpwstr>N/A</vt:lpwstr>
  </property>
  <property fmtid="{D5CDD505-2E9C-101B-9397-08002B2CF9AE}" pid="20" name="bmsSiteName">
    <vt:lpwstr/>
  </property>
  <property fmtid="{D5CDD505-2E9C-101B-9397-08002B2CF9AE}" pid="21" name="Originating Organisation">
    <vt:lpwstr/>
  </property>
  <property fmtid="{D5CDD505-2E9C-101B-9397-08002B2CF9AE}" pid="22" name="Distribution">
    <vt:lpwstr/>
  </property>
  <property fmtid="{D5CDD505-2E9C-101B-9397-08002B2CF9AE}" pid="23" name="bmsSitename2">
    <vt:lpwstr/>
  </property>
  <property fmtid="{D5CDD505-2E9C-101B-9397-08002B2CF9AE}" pid="24" name="bmsAddress">
    <vt:lpwstr/>
  </property>
  <property fmtid="{D5CDD505-2E9C-101B-9397-08002B2CF9AE}" pid="25" name="bmsPlace">
    <vt:lpwstr/>
  </property>
  <property fmtid="{D5CDD505-2E9C-101B-9397-08002B2CF9AE}" pid="26" name="bmsPhoneFax">
    <vt:lpwstr/>
  </property>
  <property fmtid="{D5CDD505-2E9C-101B-9397-08002B2CF9AE}" pid="27" name="Issue">
    <vt:i4>0</vt:i4>
  </property>
  <property fmtid="{D5CDD505-2E9C-101B-9397-08002B2CF9AE}" pid="28" name="Revision">
    <vt:i4>0</vt:i4>
  </property>
  <property fmtid="{D5CDD505-2E9C-101B-9397-08002B2CF9AE}" pid="29" name="Issue Date">
    <vt:filetime>2020-08-04T22:00:00Z</vt:filetime>
  </property>
  <property fmtid="{D5CDD505-2E9C-101B-9397-08002B2CF9AE}" pid="30" name="Organisational_x0020_entity">
    <vt:lpwstr/>
  </property>
  <property fmtid="{D5CDD505-2E9C-101B-9397-08002B2CF9AE}" pid="31" name="_dlc_DocIdItemGuid">
    <vt:lpwstr>4a00021d-1ae8-4ecb-b967-5539d02b5596</vt:lpwstr>
  </property>
  <property fmtid="{D5CDD505-2E9C-101B-9397-08002B2CF9AE}" pid="32" name="Organisational entity">
    <vt:lpwstr/>
  </property>
  <property fmtid="{D5CDD505-2E9C-101B-9397-08002B2CF9AE}" pid="33" name="IconOverlay">
    <vt:lpwstr/>
  </property>
  <property fmtid="{D5CDD505-2E9C-101B-9397-08002B2CF9AE}" pid="34" name="Document ID Value">
    <vt:lpwstr>PKKMWAM5UKCP-1108600927-1304</vt:lpwstr>
  </property>
  <property fmtid="{D5CDD505-2E9C-101B-9397-08002B2CF9AE}" pid="35" name="MSIP_Label_3976fa30-1907-4356-8241-62ea5e1c0256_Enabled">
    <vt:lpwstr>true</vt:lpwstr>
  </property>
  <property fmtid="{D5CDD505-2E9C-101B-9397-08002B2CF9AE}" pid="36" name="MSIP_Label_3976fa30-1907-4356-8241-62ea5e1c0256_SetDate">
    <vt:lpwstr>2020-09-30T12:14:03Z</vt:lpwstr>
  </property>
  <property fmtid="{D5CDD505-2E9C-101B-9397-08002B2CF9AE}" pid="37" name="MSIP_Label_3976fa30-1907-4356-8241-62ea5e1c0256_Method">
    <vt:lpwstr>Standard</vt:lpwstr>
  </property>
  <property fmtid="{D5CDD505-2E9C-101B-9397-08002B2CF9AE}" pid="38" name="MSIP_Label_3976fa30-1907-4356-8241-62ea5e1c0256_Name">
    <vt:lpwstr>ESA UNCLASSIFIED – For ESA Official Use Only</vt:lpwstr>
  </property>
  <property fmtid="{D5CDD505-2E9C-101B-9397-08002B2CF9AE}" pid="39" name="MSIP_Label_3976fa30-1907-4356-8241-62ea5e1c0256_SiteId">
    <vt:lpwstr>9a5cacd0-2bef-4dd7-ac5c-7ebe1f54f495</vt:lpwstr>
  </property>
  <property fmtid="{D5CDD505-2E9C-101B-9397-08002B2CF9AE}" pid="40" name="MSIP_Label_3976fa30-1907-4356-8241-62ea5e1c0256_ActionId">
    <vt:lpwstr>c41b7b93-7688-49e1-93f2-2611d3e7665f</vt:lpwstr>
  </property>
  <property fmtid="{D5CDD505-2E9C-101B-9397-08002B2CF9AE}" pid="41" name="MSIP_Label_3976fa30-1907-4356-8241-62ea5e1c0256_ContentBits">
    <vt:lpwstr>0</vt:lpwstr>
  </property>
</Properties>
</file>